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B054A0-AB50-4670-B8F7-20C769F9EDD2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C1B1BB4-52EF-4D8F-A3E9-7943501A8F6D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 Redes de Computadores</a:t>
          </a:r>
          <a:endParaRPr lang="en-US" dirty="0">
            <a:solidFill>
              <a:schemeClr val="bg1"/>
            </a:solidFill>
          </a:endParaRPr>
        </a:p>
      </dgm:t>
    </dgm:pt>
    <dgm:pt modelId="{86400640-85FC-4D73-8DC7-375182EDA80D}" type="parTrans" cxnId="{ED6CC1F0-156B-4E10-A4D7-438E6AF525AA}">
      <dgm:prSet/>
      <dgm:spPr/>
      <dgm:t>
        <a:bodyPr/>
        <a:lstStyle/>
        <a:p>
          <a:endParaRPr lang="en-US"/>
        </a:p>
      </dgm:t>
    </dgm:pt>
    <dgm:pt modelId="{A7DD4A12-F938-4D7D-9B49-4BA40598C3DE}" type="sibTrans" cxnId="{ED6CC1F0-156B-4E10-A4D7-438E6AF525AA}">
      <dgm:prSet/>
      <dgm:spPr/>
      <dgm:t>
        <a:bodyPr/>
        <a:lstStyle/>
        <a:p>
          <a:endParaRPr lang="en-US"/>
        </a:p>
      </dgm:t>
    </dgm:pt>
    <dgm:pt modelId="{E4E08F8B-8253-4672-9EDF-6E4FE5C83E5D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Bit x Byte</a:t>
          </a:r>
          <a:endParaRPr lang="en-US" dirty="0">
            <a:solidFill>
              <a:schemeClr val="bg1"/>
            </a:solidFill>
          </a:endParaRPr>
        </a:p>
      </dgm:t>
    </dgm:pt>
    <dgm:pt modelId="{8D409BA1-0E6C-423F-96C9-253FD6DD5567}" type="parTrans" cxnId="{029870AC-F0B2-4390-9065-EEEB2452A870}">
      <dgm:prSet/>
      <dgm:spPr/>
      <dgm:t>
        <a:bodyPr/>
        <a:lstStyle/>
        <a:p>
          <a:endParaRPr lang="en-US"/>
        </a:p>
      </dgm:t>
    </dgm:pt>
    <dgm:pt modelId="{3467B01E-4706-4EA7-81B4-964C0CDFB7A1}" type="sibTrans" cxnId="{029870AC-F0B2-4390-9065-EEEB2452A870}">
      <dgm:prSet/>
      <dgm:spPr/>
      <dgm:t>
        <a:bodyPr/>
        <a:lstStyle/>
        <a:p>
          <a:endParaRPr lang="en-US"/>
        </a:p>
      </dgm:t>
    </dgm:pt>
    <dgm:pt modelId="{1D96F956-27B2-4107-9F83-089E26BA4633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Protocolos de Comunicação</a:t>
          </a:r>
          <a:endParaRPr lang="en-US" dirty="0">
            <a:solidFill>
              <a:schemeClr val="bg1"/>
            </a:solidFill>
          </a:endParaRPr>
        </a:p>
      </dgm:t>
    </dgm:pt>
    <dgm:pt modelId="{7D077E74-E2BE-4972-B3FA-59B72BA95538}" type="parTrans" cxnId="{9C0AFE87-7661-4321-9A47-EAAD6C68B6DD}">
      <dgm:prSet/>
      <dgm:spPr/>
      <dgm:t>
        <a:bodyPr/>
        <a:lstStyle/>
        <a:p>
          <a:endParaRPr lang="en-US"/>
        </a:p>
      </dgm:t>
    </dgm:pt>
    <dgm:pt modelId="{DDE2CCC5-1B44-434B-81D8-76B1C5D79412}" type="sibTrans" cxnId="{9C0AFE87-7661-4321-9A47-EAAD6C68B6DD}">
      <dgm:prSet/>
      <dgm:spPr/>
      <dgm:t>
        <a:bodyPr/>
        <a:lstStyle/>
        <a:p>
          <a:endParaRPr lang="en-US"/>
        </a:p>
      </dgm:t>
    </dgm:pt>
    <dgm:pt modelId="{AA6F00AB-39DF-46CC-AF87-9B6BAACC7925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TCP/IP</a:t>
          </a:r>
          <a:endParaRPr lang="en-US" dirty="0">
            <a:solidFill>
              <a:schemeClr val="bg1"/>
            </a:solidFill>
          </a:endParaRPr>
        </a:p>
      </dgm:t>
    </dgm:pt>
    <dgm:pt modelId="{367911A0-585C-4250-8F79-FFE85EF97366}" type="parTrans" cxnId="{7C38A221-1592-408B-9F89-0258D4B10EE2}">
      <dgm:prSet/>
      <dgm:spPr/>
      <dgm:t>
        <a:bodyPr/>
        <a:lstStyle/>
        <a:p>
          <a:endParaRPr lang="en-US"/>
        </a:p>
      </dgm:t>
    </dgm:pt>
    <dgm:pt modelId="{DE479D99-CF76-44DE-8DE7-586430869D76}" type="sibTrans" cxnId="{7C38A221-1592-408B-9F89-0258D4B10EE2}">
      <dgm:prSet/>
      <dgm:spPr/>
      <dgm:t>
        <a:bodyPr/>
        <a:lstStyle/>
        <a:p>
          <a:endParaRPr lang="en-US"/>
        </a:p>
      </dgm:t>
    </dgm:pt>
    <dgm:pt modelId="{C22D00D7-4EF6-4A6B-A8B9-07849EAFBBBA}">
      <dgm:prSet/>
      <dgm:spPr/>
      <dgm:t>
        <a:bodyPr/>
        <a:lstStyle/>
        <a:p>
          <a:r>
            <a:rPr lang="pt-BR" dirty="0" err="1">
              <a:solidFill>
                <a:schemeClr val="bg1"/>
              </a:solidFill>
            </a:rPr>
            <a:t>Caracteristicas</a:t>
          </a:r>
          <a:r>
            <a:rPr lang="pt-BR" dirty="0">
              <a:solidFill>
                <a:schemeClr val="bg1"/>
              </a:solidFill>
            </a:rPr>
            <a:t> IP</a:t>
          </a:r>
          <a:endParaRPr lang="en-US" dirty="0">
            <a:solidFill>
              <a:schemeClr val="bg1"/>
            </a:solidFill>
          </a:endParaRPr>
        </a:p>
      </dgm:t>
    </dgm:pt>
    <dgm:pt modelId="{47292D95-A1CF-46C4-9560-4C4224C1CB07}" type="parTrans" cxnId="{C6D5A477-B848-4F6B-9DE9-16D249453B9F}">
      <dgm:prSet/>
      <dgm:spPr/>
      <dgm:t>
        <a:bodyPr/>
        <a:lstStyle/>
        <a:p>
          <a:endParaRPr lang="en-US"/>
        </a:p>
      </dgm:t>
    </dgm:pt>
    <dgm:pt modelId="{18BFA0A6-CFFC-4C88-9CF1-75E6F51FA4D4}" type="sibTrans" cxnId="{C6D5A477-B848-4F6B-9DE9-16D249453B9F}">
      <dgm:prSet/>
      <dgm:spPr/>
      <dgm:t>
        <a:bodyPr/>
        <a:lstStyle/>
        <a:p>
          <a:endParaRPr lang="en-US"/>
        </a:p>
      </dgm:t>
    </dgm:pt>
    <dgm:pt modelId="{F220D61C-BD1A-4821-9164-58965C395669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Classes do IP</a:t>
          </a:r>
          <a:endParaRPr lang="en-US" dirty="0">
            <a:solidFill>
              <a:schemeClr val="bg1"/>
            </a:solidFill>
          </a:endParaRPr>
        </a:p>
      </dgm:t>
    </dgm:pt>
    <dgm:pt modelId="{59B2660C-AEF9-4442-8CF0-5E58CF4FE5D2}" type="parTrans" cxnId="{676E0119-7F7A-4928-81C1-F494FB54DCEC}">
      <dgm:prSet/>
      <dgm:spPr/>
      <dgm:t>
        <a:bodyPr/>
        <a:lstStyle/>
        <a:p>
          <a:endParaRPr lang="en-US"/>
        </a:p>
      </dgm:t>
    </dgm:pt>
    <dgm:pt modelId="{BDC0C4DA-60F8-45B0-BFE8-7D22D804195A}" type="sibTrans" cxnId="{676E0119-7F7A-4928-81C1-F494FB54DCEC}">
      <dgm:prSet/>
      <dgm:spPr/>
      <dgm:t>
        <a:bodyPr/>
        <a:lstStyle/>
        <a:p>
          <a:endParaRPr lang="en-US"/>
        </a:p>
      </dgm:t>
    </dgm:pt>
    <dgm:pt modelId="{7C58B3CC-A2BC-43FF-A049-BBA6F24181D9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Classe A </a:t>
          </a:r>
          <a:r>
            <a:rPr lang="pt-BR" dirty="0">
              <a:solidFill>
                <a:schemeClr val="bg1"/>
              </a:solidFill>
              <a:sym typeface="Wingdings" panose="05000000000000000000" pitchFamily="2" charset="2"/>
            </a:rPr>
            <a:t></a:t>
          </a:r>
          <a:r>
            <a:rPr lang="pt-BR" dirty="0">
              <a:solidFill>
                <a:schemeClr val="bg1"/>
              </a:solidFill>
            </a:rPr>
            <a:t> 255.0.0.0</a:t>
          </a:r>
          <a:endParaRPr lang="en-US" dirty="0">
            <a:solidFill>
              <a:schemeClr val="bg1"/>
            </a:solidFill>
          </a:endParaRPr>
        </a:p>
      </dgm:t>
    </dgm:pt>
    <dgm:pt modelId="{91713591-A765-4193-BB99-07D835C408F4}" type="parTrans" cxnId="{060D4568-009D-4D68-8A8C-F5E1EC00B05E}">
      <dgm:prSet/>
      <dgm:spPr/>
      <dgm:t>
        <a:bodyPr/>
        <a:lstStyle/>
        <a:p>
          <a:endParaRPr lang="en-US"/>
        </a:p>
      </dgm:t>
    </dgm:pt>
    <dgm:pt modelId="{2A5D3393-59DC-4E22-90A5-2EF18C645B43}" type="sibTrans" cxnId="{060D4568-009D-4D68-8A8C-F5E1EC00B05E}">
      <dgm:prSet/>
      <dgm:spPr/>
      <dgm:t>
        <a:bodyPr/>
        <a:lstStyle/>
        <a:p>
          <a:endParaRPr lang="en-US"/>
        </a:p>
      </dgm:t>
    </dgm:pt>
    <dgm:pt modelId="{5330257F-A184-478C-B00D-8A9957A64511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Classe B </a:t>
          </a:r>
          <a:r>
            <a:rPr lang="pt-BR" dirty="0">
              <a:solidFill>
                <a:schemeClr val="bg1"/>
              </a:solidFill>
              <a:sym typeface="Wingdings" panose="05000000000000000000" pitchFamily="2" charset="2"/>
            </a:rPr>
            <a:t></a:t>
          </a:r>
          <a:r>
            <a:rPr lang="pt-BR" dirty="0">
              <a:solidFill>
                <a:schemeClr val="bg1"/>
              </a:solidFill>
            </a:rPr>
            <a:t> 255.255.0.0</a:t>
          </a:r>
          <a:endParaRPr lang="en-US" dirty="0">
            <a:solidFill>
              <a:schemeClr val="bg1"/>
            </a:solidFill>
          </a:endParaRPr>
        </a:p>
      </dgm:t>
    </dgm:pt>
    <dgm:pt modelId="{FC18FD9B-2497-4FE8-980E-FB618AFEF147}" type="parTrans" cxnId="{1F953FA1-8AF7-4848-A56C-67E2C286B39E}">
      <dgm:prSet/>
      <dgm:spPr/>
      <dgm:t>
        <a:bodyPr/>
        <a:lstStyle/>
        <a:p>
          <a:endParaRPr lang="en-US"/>
        </a:p>
      </dgm:t>
    </dgm:pt>
    <dgm:pt modelId="{C2A9D165-4188-4B67-917E-6118827CFD3E}" type="sibTrans" cxnId="{1F953FA1-8AF7-4848-A56C-67E2C286B39E}">
      <dgm:prSet/>
      <dgm:spPr/>
      <dgm:t>
        <a:bodyPr/>
        <a:lstStyle/>
        <a:p>
          <a:endParaRPr lang="en-US"/>
        </a:p>
      </dgm:t>
    </dgm:pt>
    <dgm:pt modelId="{92205BA0-3724-405C-9F65-DF041ECFEBD9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Classe C </a:t>
          </a:r>
          <a:r>
            <a:rPr lang="pt-BR" dirty="0">
              <a:solidFill>
                <a:schemeClr val="bg1"/>
              </a:solidFill>
              <a:sym typeface="Wingdings" panose="05000000000000000000" pitchFamily="2" charset="2"/>
            </a:rPr>
            <a:t></a:t>
          </a:r>
          <a:r>
            <a:rPr lang="pt-BR" dirty="0">
              <a:solidFill>
                <a:schemeClr val="bg1"/>
              </a:solidFill>
            </a:rPr>
            <a:t> 255.255.255.0</a:t>
          </a:r>
          <a:endParaRPr lang="en-US" dirty="0">
            <a:solidFill>
              <a:schemeClr val="bg1"/>
            </a:solidFill>
          </a:endParaRPr>
        </a:p>
      </dgm:t>
    </dgm:pt>
    <dgm:pt modelId="{4A07983B-45DC-48EC-B13F-EFD1996D3ECF}" type="parTrans" cxnId="{475AD776-C646-4ACF-A81E-E63AB604816E}">
      <dgm:prSet/>
      <dgm:spPr/>
      <dgm:t>
        <a:bodyPr/>
        <a:lstStyle/>
        <a:p>
          <a:endParaRPr lang="en-US"/>
        </a:p>
      </dgm:t>
    </dgm:pt>
    <dgm:pt modelId="{3D077FDB-F26B-4EB9-9FD6-18844535A27B}" type="sibTrans" cxnId="{475AD776-C646-4ACF-A81E-E63AB604816E}">
      <dgm:prSet/>
      <dgm:spPr/>
      <dgm:t>
        <a:bodyPr/>
        <a:lstStyle/>
        <a:p>
          <a:endParaRPr lang="en-US"/>
        </a:p>
      </dgm:t>
    </dgm:pt>
    <dgm:pt modelId="{06589EB7-4B34-4CFA-98EA-368E98A94AD1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Função dos dispositivos</a:t>
          </a:r>
          <a:endParaRPr lang="en-US" dirty="0">
            <a:solidFill>
              <a:schemeClr val="bg1"/>
            </a:solidFill>
          </a:endParaRPr>
        </a:p>
      </dgm:t>
    </dgm:pt>
    <dgm:pt modelId="{E4968019-AB90-44BC-9EB8-CDF12F5C28C7}" type="parTrans" cxnId="{B1165BAB-4E64-4ED9-9244-537A893B49BF}">
      <dgm:prSet/>
      <dgm:spPr/>
      <dgm:t>
        <a:bodyPr/>
        <a:lstStyle/>
        <a:p>
          <a:endParaRPr lang="en-US"/>
        </a:p>
      </dgm:t>
    </dgm:pt>
    <dgm:pt modelId="{42F5BCC4-6DB9-4979-8F3E-CB57CEC21A18}" type="sibTrans" cxnId="{B1165BAB-4E64-4ED9-9244-537A893B49BF}">
      <dgm:prSet/>
      <dgm:spPr/>
      <dgm:t>
        <a:bodyPr/>
        <a:lstStyle/>
        <a:p>
          <a:endParaRPr lang="en-US"/>
        </a:p>
      </dgm:t>
    </dgm:pt>
    <dgm:pt modelId="{2EA41729-FF51-47A3-81E5-68D3897F3B70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Placa de Rede</a:t>
          </a:r>
          <a:endParaRPr lang="en-US" dirty="0">
            <a:solidFill>
              <a:schemeClr val="bg1"/>
            </a:solidFill>
          </a:endParaRPr>
        </a:p>
      </dgm:t>
    </dgm:pt>
    <dgm:pt modelId="{0A1C0D00-B9DF-4109-8B3D-EAFFF46B1011}" type="parTrans" cxnId="{0B608039-A2DD-4371-9D4A-1A65D18779B3}">
      <dgm:prSet/>
      <dgm:spPr/>
      <dgm:t>
        <a:bodyPr/>
        <a:lstStyle/>
        <a:p>
          <a:endParaRPr lang="en-US"/>
        </a:p>
      </dgm:t>
    </dgm:pt>
    <dgm:pt modelId="{E27E55A0-C0E8-4B96-970B-1A6DC88A4CAE}" type="sibTrans" cxnId="{0B608039-A2DD-4371-9D4A-1A65D18779B3}">
      <dgm:prSet/>
      <dgm:spPr/>
      <dgm:t>
        <a:bodyPr/>
        <a:lstStyle/>
        <a:p>
          <a:endParaRPr lang="en-US"/>
        </a:p>
      </dgm:t>
    </dgm:pt>
    <dgm:pt modelId="{455E6C99-203B-4578-A6CC-35AEEDFC91F7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Meios Físicos</a:t>
          </a:r>
          <a:endParaRPr lang="en-US" dirty="0">
            <a:solidFill>
              <a:schemeClr val="bg1"/>
            </a:solidFill>
          </a:endParaRPr>
        </a:p>
      </dgm:t>
    </dgm:pt>
    <dgm:pt modelId="{379D5F2E-5424-417F-9103-8B7EA737E3AA}" type="parTrans" cxnId="{D0159893-CF38-4230-9EFB-EFF3188A03E7}">
      <dgm:prSet/>
      <dgm:spPr/>
      <dgm:t>
        <a:bodyPr/>
        <a:lstStyle/>
        <a:p>
          <a:endParaRPr lang="en-US"/>
        </a:p>
      </dgm:t>
    </dgm:pt>
    <dgm:pt modelId="{B6E9FE8C-101F-4011-9D52-FC46C662348D}" type="sibTrans" cxnId="{D0159893-CF38-4230-9EFB-EFF3188A03E7}">
      <dgm:prSet/>
      <dgm:spPr/>
      <dgm:t>
        <a:bodyPr/>
        <a:lstStyle/>
        <a:p>
          <a:endParaRPr lang="en-US"/>
        </a:p>
      </dgm:t>
    </dgm:pt>
    <dgm:pt modelId="{4BB4DFA4-6B6A-456D-8888-3E1340F5345F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Switches</a:t>
          </a:r>
          <a:endParaRPr lang="en-US" dirty="0">
            <a:solidFill>
              <a:schemeClr val="bg1"/>
            </a:solidFill>
          </a:endParaRPr>
        </a:p>
      </dgm:t>
    </dgm:pt>
    <dgm:pt modelId="{7FB71538-35AC-40B1-AA9C-69358F678D11}" type="parTrans" cxnId="{EF716EBB-55FB-4CAD-83A4-A0D27BC770B5}">
      <dgm:prSet/>
      <dgm:spPr/>
      <dgm:t>
        <a:bodyPr/>
        <a:lstStyle/>
        <a:p>
          <a:endParaRPr lang="en-US"/>
        </a:p>
      </dgm:t>
    </dgm:pt>
    <dgm:pt modelId="{9DA6D0C9-01C5-4EED-A84A-8EFE8B4D20AE}" type="sibTrans" cxnId="{EF716EBB-55FB-4CAD-83A4-A0D27BC770B5}">
      <dgm:prSet/>
      <dgm:spPr/>
      <dgm:t>
        <a:bodyPr/>
        <a:lstStyle/>
        <a:p>
          <a:endParaRPr lang="en-US"/>
        </a:p>
      </dgm:t>
    </dgm:pt>
    <dgm:pt modelId="{A02863FC-3F65-4019-9EEA-857543CA4A7E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Roteadores</a:t>
          </a:r>
          <a:endParaRPr lang="en-US" dirty="0">
            <a:solidFill>
              <a:schemeClr val="bg1"/>
            </a:solidFill>
          </a:endParaRPr>
        </a:p>
      </dgm:t>
    </dgm:pt>
    <dgm:pt modelId="{371D42AC-A4CE-4055-A07D-3142DEFFA207}" type="parTrans" cxnId="{00AB8028-1BD2-41B2-8FAF-2E83ED00AAC4}">
      <dgm:prSet/>
      <dgm:spPr/>
      <dgm:t>
        <a:bodyPr/>
        <a:lstStyle/>
        <a:p>
          <a:endParaRPr lang="en-US"/>
        </a:p>
      </dgm:t>
    </dgm:pt>
    <dgm:pt modelId="{84F7C7FB-EE4A-466B-A8A6-C31AAB755C64}" type="sibTrans" cxnId="{00AB8028-1BD2-41B2-8FAF-2E83ED00AAC4}">
      <dgm:prSet/>
      <dgm:spPr/>
      <dgm:t>
        <a:bodyPr/>
        <a:lstStyle/>
        <a:p>
          <a:endParaRPr lang="en-US"/>
        </a:p>
      </dgm:t>
    </dgm:pt>
    <dgm:pt modelId="{B60849C3-601A-4C0A-945D-C4C26286914E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Mac-</a:t>
          </a:r>
          <a:r>
            <a:rPr lang="pt-BR" dirty="0" err="1">
              <a:solidFill>
                <a:schemeClr val="bg1"/>
              </a:solidFill>
            </a:rPr>
            <a:t>Address</a:t>
          </a:r>
          <a:endParaRPr lang="en-US" dirty="0">
            <a:solidFill>
              <a:schemeClr val="bg1"/>
            </a:solidFill>
          </a:endParaRPr>
        </a:p>
      </dgm:t>
    </dgm:pt>
    <dgm:pt modelId="{540E2761-C6FB-449C-BEF2-6C7CE69CB842}" type="parTrans" cxnId="{23A66456-47C1-4C1B-ACF7-B30D3D786E0A}">
      <dgm:prSet/>
      <dgm:spPr/>
      <dgm:t>
        <a:bodyPr/>
        <a:lstStyle/>
        <a:p>
          <a:endParaRPr lang="en-US"/>
        </a:p>
      </dgm:t>
    </dgm:pt>
    <dgm:pt modelId="{DEC8B974-0E07-4192-9E5C-F42AB1773A5C}" type="sibTrans" cxnId="{23A66456-47C1-4C1B-ACF7-B30D3D786E0A}">
      <dgm:prSet/>
      <dgm:spPr/>
      <dgm:t>
        <a:bodyPr/>
        <a:lstStyle/>
        <a:p>
          <a:endParaRPr lang="en-US"/>
        </a:p>
      </dgm:t>
    </dgm:pt>
    <dgm:pt modelId="{0188C158-895A-48F0-B655-B55CA7A3CDF0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Servidores</a:t>
          </a:r>
          <a:endParaRPr lang="en-US" dirty="0">
            <a:solidFill>
              <a:schemeClr val="bg1"/>
            </a:solidFill>
          </a:endParaRPr>
        </a:p>
      </dgm:t>
    </dgm:pt>
    <dgm:pt modelId="{4CC34269-C89B-4026-BEAF-E54F89442F5C}" type="parTrans" cxnId="{8CE37401-E4D5-49AE-BC06-15C0B082218C}">
      <dgm:prSet/>
      <dgm:spPr/>
      <dgm:t>
        <a:bodyPr/>
        <a:lstStyle/>
        <a:p>
          <a:endParaRPr lang="en-US"/>
        </a:p>
      </dgm:t>
    </dgm:pt>
    <dgm:pt modelId="{68E95A76-70B7-4BBF-AC3E-723B0C21BC15}" type="sibTrans" cxnId="{8CE37401-E4D5-49AE-BC06-15C0B082218C}">
      <dgm:prSet/>
      <dgm:spPr/>
      <dgm:t>
        <a:bodyPr/>
        <a:lstStyle/>
        <a:p>
          <a:endParaRPr lang="en-US"/>
        </a:p>
      </dgm:t>
    </dgm:pt>
    <dgm:pt modelId="{A70A0207-064E-4721-AB41-3ABC745CB60B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DNS/DHCP</a:t>
          </a:r>
          <a:endParaRPr lang="en-US" dirty="0">
            <a:solidFill>
              <a:schemeClr val="bg1"/>
            </a:solidFill>
          </a:endParaRPr>
        </a:p>
      </dgm:t>
    </dgm:pt>
    <dgm:pt modelId="{49450556-2761-43C6-8765-7A024DA08DD6}" type="parTrans" cxnId="{FFBBCBBB-2F2C-4661-9D91-28696035CA8C}">
      <dgm:prSet/>
      <dgm:spPr/>
      <dgm:t>
        <a:bodyPr/>
        <a:lstStyle/>
        <a:p>
          <a:endParaRPr lang="en-US"/>
        </a:p>
      </dgm:t>
    </dgm:pt>
    <dgm:pt modelId="{A5E6BC59-7D3C-4A69-8375-D932C14705AE}" type="sibTrans" cxnId="{FFBBCBBB-2F2C-4661-9D91-28696035CA8C}">
      <dgm:prSet/>
      <dgm:spPr/>
      <dgm:t>
        <a:bodyPr/>
        <a:lstStyle/>
        <a:p>
          <a:endParaRPr lang="en-US"/>
        </a:p>
      </dgm:t>
    </dgm:pt>
    <dgm:pt modelId="{981FC15A-687D-4BF2-9DFD-732C9EF2AC80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Default-Gateway</a:t>
          </a:r>
          <a:endParaRPr lang="en-US" dirty="0">
            <a:solidFill>
              <a:schemeClr val="bg1"/>
            </a:solidFill>
          </a:endParaRPr>
        </a:p>
      </dgm:t>
    </dgm:pt>
    <dgm:pt modelId="{680EE046-E98E-4846-82BD-7E1C60192641}" type="parTrans" cxnId="{27C45BC4-2649-48AE-B6ED-2D80CA84F5CC}">
      <dgm:prSet/>
      <dgm:spPr/>
      <dgm:t>
        <a:bodyPr/>
        <a:lstStyle/>
        <a:p>
          <a:endParaRPr lang="en-US"/>
        </a:p>
      </dgm:t>
    </dgm:pt>
    <dgm:pt modelId="{5DE1AB36-D26C-472F-873E-BD07A3986FC9}" type="sibTrans" cxnId="{27C45BC4-2649-48AE-B6ED-2D80CA84F5CC}">
      <dgm:prSet/>
      <dgm:spPr/>
      <dgm:t>
        <a:bodyPr/>
        <a:lstStyle/>
        <a:p>
          <a:endParaRPr lang="en-US"/>
        </a:p>
      </dgm:t>
    </dgm:pt>
    <dgm:pt modelId="{DBFE71BB-764F-4523-B98C-AC714DD76966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Proxy</a:t>
          </a:r>
          <a:endParaRPr lang="en-US" dirty="0">
            <a:solidFill>
              <a:schemeClr val="bg1"/>
            </a:solidFill>
          </a:endParaRPr>
        </a:p>
      </dgm:t>
    </dgm:pt>
    <dgm:pt modelId="{BDA2A6DB-668A-4486-BE04-9CA337E74124}" type="parTrans" cxnId="{96176E2E-8C09-40CC-9F76-E9FB07D02DD9}">
      <dgm:prSet/>
      <dgm:spPr/>
      <dgm:t>
        <a:bodyPr/>
        <a:lstStyle/>
        <a:p>
          <a:endParaRPr lang="en-US"/>
        </a:p>
      </dgm:t>
    </dgm:pt>
    <dgm:pt modelId="{47E9476F-D2FD-4B22-8ECB-045F213F651A}" type="sibTrans" cxnId="{96176E2E-8C09-40CC-9F76-E9FB07D02DD9}">
      <dgm:prSet/>
      <dgm:spPr/>
      <dgm:t>
        <a:bodyPr/>
        <a:lstStyle/>
        <a:p>
          <a:endParaRPr lang="en-US"/>
        </a:p>
      </dgm:t>
    </dgm:pt>
    <dgm:pt modelId="{5268B2F7-BE32-4A03-B15C-52ACAB70BB3C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Portas lógicas</a:t>
          </a:r>
          <a:endParaRPr lang="en-US" dirty="0">
            <a:solidFill>
              <a:schemeClr val="bg1"/>
            </a:solidFill>
          </a:endParaRPr>
        </a:p>
      </dgm:t>
    </dgm:pt>
    <dgm:pt modelId="{966E513E-6865-4C54-9D27-E8D20F7BB79C}" type="parTrans" cxnId="{1250355F-F408-41C8-8020-A5E40195AEF4}">
      <dgm:prSet/>
      <dgm:spPr/>
      <dgm:t>
        <a:bodyPr/>
        <a:lstStyle/>
        <a:p>
          <a:endParaRPr lang="en-US"/>
        </a:p>
      </dgm:t>
    </dgm:pt>
    <dgm:pt modelId="{A5FD99F7-E641-47B8-862B-B4472F1AAC04}" type="sibTrans" cxnId="{1250355F-F408-41C8-8020-A5E40195AEF4}">
      <dgm:prSet/>
      <dgm:spPr/>
      <dgm:t>
        <a:bodyPr/>
        <a:lstStyle/>
        <a:p>
          <a:endParaRPr lang="en-US"/>
        </a:p>
      </dgm:t>
    </dgm:pt>
    <dgm:pt modelId="{199E7397-A24C-43DE-8797-E5E8F198ABC0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endereço IP estático x Dinâmico</a:t>
          </a:r>
          <a:endParaRPr lang="en-US" dirty="0">
            <a:solidFill>
              <a:schemeClr val="bg1"/>
            </a:solidFill>
          </a:endParaRPr>
        </a:p>
      </dgm:t>
    </dgm:pt>
    <dgm:pt modelId="{6891C787-1322-43A4-8B7B-CEA2058C642A}" type="parTrans" cxnId="{AB4074D1-A457-44B4-8238-5DCCBB55D878}">
      <dgm:prSet/>
      <dgm:spPr/>
      <dgm:t>
        <a:bodyPr/>
        <a:lstStyle/>
        <a:p>
          <a:endParaRPr lang="en-US"/>
        </a:p>
      </dgm:t>
    </dgm:pt>
    <dgm:pt modelId="{B341D787-5038-458F-9E7B-3CD6CB4996EC}" type="sibTrans" cxnId="{AB4074D1-A457-44B4-8238-5DCCBB55D878}">
      <dgm:prSet/>
      <dgm:spPr/>
      <dgm:t>
        <a:bodyPr/>
        <a:lstStyle/>
        <a:p>
          <a:endParaRPr lang="en-US"/>
        </a:p>
      </dgm:t>
    </dgm:pt>
    <dgm:pt modelId="{884A0A34-F79B-4246-B11C-29396F000851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endereço IP público c Privado</a:t>
          </a:r>
          <a:endParaRPr lang="en-US" dirty="0">
            <a:solidFill>
              <a:schemeClr val="bg1"/>
            </a:solidFill>
          </a:endParaRPr>
        </a:p>
      </dgm:t>
    </dgm:pt>
    <dgm:pt modelId="{0069BA07-17EC-42CA-AD6D-8E0C6B5B58A3}" type="parTrans" cxnId="{F3834C04-B290-4860-AF01-BC4DD56ED13D}">
      <dgm:prSet/>
      <dgm:spPr/>
      <dgm:t>
        <a:bodyPr/>
        <a:lstStyle/>
        <a:p>
          <a:endParaRPr lang="en-US"/>
        </a:p>
      </dgm:t>
    </dgm:pt>
    <dgm:pt modelId="{E670C150-2373-41A0-9040-F6B9F61A0902}" type="sibTrans" cxnId="{F3834C04-B290-4860-AF01-BC4DD56ED13D}">
      <dgm:prSet/>
      <dgm:spPr/>
      <dgm:t>
        <a:bodyPr/>
        <a:lstStyle/>
        <a:p>
          <a:endParaRPr lang="en-US"/>
        </a:p>
      </dgm:t>
    </dgm:pt>
    <dgm:pt modelId="{D5715DED-CF5A-4D13-935D-0D9C625C3280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Protocolos de acesso remoto SSH e Telnet</a:t>
          </a:r>
          <a:endParaRPr lang="en-US" dirty="0">
            <a:solidFill>
              <a:schemeClr val="bg1"/>
            </a:solidFill>
          </a:endParaRPr>
        </a:p>
      </dgm:t>
    </dgm:pt>
    <dgm:pt modelId="{0D096904-2BCA-45BA-8AC9-30D303610543}" type="parTrans" cxnId="{00908E1E-8C44-4A24-A6AC-0C2AA003FD67}">
      <dgm:prSet/>
      <dgm:spPr/>
      <dgm:t>
        <a:bodyPr/>
        <a:lstStyle/>
        <a:p>
          <a:endParaRPr lang="en-US"/>
        </a:p>
      </dgm:t>
    </dgm:pt>
    <dgm:pt modelId="{D02C7FB4-53AD-440B-A736-4331A62ADAC2}" type="sibTrans" cxnId="{00908E1E-8C44-4A24-A6AC-0C2AA003FD67}">
      <dgm:prSet/>
      <dgm:spPr/>
      <dgm:t>
        <a:bodyPr/>
        <a:lstStyle/>
        <a:p>
          <a:endParaRPr lang="en-US"/>
        </a:p>
      </dgm:t>
    </dgm:pt>
    <dgm:pt modelId="{C150A081-20D6-43A5-850F-0674DE97C3DB}">
      <dgm:prSet/>
      <dgm:spPr/>
      <dgm:t>
        <a:bodyPr/>
        <a:lstStyle/>
        <a:p>
          <a:r>
            <a:rPr lang="pt-BR" dirty="0">
              <a:solidFill>
                <a:schemeClr val="bg1"/>
              </a:solidFill>
            </a:rPr>
            <a:t>Definição Firewall</a:t>
          </a:r>
          <a:endParaRPr lang="en-US" dirty="0">
            <a:solidFill>
              <a:schemeClr val="bg1"/>
            </a:solidFill>
          </a:endParaRPr>
        </a:p>
      </dgm:t>
    </dgm:pt>
    <dgm:pt modelId="{9979F8F7-853F-45F7-9787-3C34A8ACA821}" type="parTrans" cxnId="{1CA29BC1-CD81-4980-8A72-141CADEB5535}">
      <dgm:prSet/>
      <dgm:spPr/>
      <dgm:t>
        <a:bodyPr/>
        <a:lstStyle/>
        <a:p>
          <a:endParaRPr lang="en-US"/>
        </a:p>
      </dgm:t>
    </dgm:pt>
    <dgm:pt modelId="{A2EF89F8-201A-430A-BFDC-10262CC3CEE5}" type="sibTrans" cxnId="{1CA29BC1-CD81-4980-8A72-141CADEB5535}">
      <dgm:prSet/>
      <dgm:spPr/>
      <dgm:t>
        <a:bodyPr/>
        <a:lstStyle/>
        <a:p>
          <a:endParaRPr lang="en-US"/>
        </a:p>
      </dgm:t>
    </dgm:pt>
    <dgm:pt modelId="{AEBE9823-9DBD-4B5B-9251-577A36451023}" type="pres">
      <dgm:prSet presAssocID="{02B054A0-AB50-4670-B8F7-20C769F9EDD2}" presName="diagram" presStyleCnt="0">
        <dgm:presLayoutVars>
          <dgm:dir/>
          <dgm:resizeHandles val="exact"/>
        </dgm:presLayoutVars>
      </dgm:prSet>
      <dgm:spPr/>
    </dgm:pt>
    <dgm:pt modelId="{FFBBA4B8-345C-47BF-99C8-EDB38AF79FE7}" type="pres">
      <dgm:prSet presAssocID="{CC1B1BB4-52EF-4D8F-A3E9-7943501A8F6D}" presName="node" presStyleLbl="node1" presStyleIdx="0" presStyleCnt="17">
        <dgm:presLayoutVars>
          <dgm:bulletEnabled val="1"/>
        </dgm:presLayoutVars>
      </dgm:prSet>
      <dgm:spPr/>
    </dgm:pt>
    <dgm:pt modelId="{6BCDA89B-94A5-4297-8B98-E92DAF23C894}" type="pres">
      <dgm:prSet presAssocID="{A7DD4A12-F938-4D7D-9B49-4BA40598C3DE}" presName="sibTrans" presStyleCnt="0"/>
      <dgm:spPr/>
    </dgm:pt>
    <dgm:pt modelId="{027E4A39-148B-4058-9E90-95CEA5F95B2F}" type="pres">
      <dgm:prSet presAssocID="{E4E08F8B-8253-4672-9EDF-6E4FE5C83E5D}" presName="node" presStyleLbl="node1" presStyleIdx="1" presStyleCnt="17">
        <dgm:presLayoutVars>
          <dgm:bulletEnabled val="1"/>
        </dgm:presLayoutVars>
      </dgm:prSet>
      <dgm:spPr/>
    </dgm:pt>
    <dgm:pt modelId="{AB438501-F655-4333-86AA-3A6F37E76C4B}" type="pres">
      <dgm:prSet presAssocID="{3467B01E-4706-4EA7-81B4-964C0CDFB7A1}" presName="sibTrans" presStyleCnt="0"/>
      <dgm:spPr/>
    </dgm:pt>
    <dgm:pt modelId="{9F9F7E67-8205-4FC8-A098-34FBABCAE6D1}" type="pres">
      <dgm:prSet presAssocID="{1D96F956-27B2-4107-9F83-089E26BA4633}" presName="node" presStyleLbl="node1" presStyleIdx="2" presStyleCnt="17">
        <dgm:presLayoutVars>
          <dgm:bulletEnabled val="1"/>
        </dgm:presLayoutVars>
      </dgm:prSet>
      <dgm:spPr/>
    </dgm:pt>
    <dgm:pt modelId="{DF4FC282-8DF1-448D-8793-7708957D3CAC}" type="pres">
      <dgm:prSet presAssocID="{DDE2CCC5-1B44-434B-81D8-76B1C5D79412}" presName="sibTrans" presStyleCnt="0"/>
      <dgm:spPr/>
    </dgm:pt>
    <dgm:pt modelId="{F7AF38A9-84D1-459A-8AF0-05BDA73F0BB6}" type="pres">
      <dgm:prSet presAssocID="{AA6F00AB-39DF-46CC-AF87-9B6BAACC7925}" presName="node" presStyleLbl="node1" presStyleIdx="3" presStyleCnt="17">
        <dgm:presLayoutVars>
          <dgm:bulletEnabled val="1"/>
        </dgm:presLayoutVars>
      </dgm:prSet>
      <dgm:spPr/>
    </dgm:pt>
    <dgm:pt modelId="{1CCD93B8-1140-4EE3-B1A5-DE76FFAB7F2B}" type="pres">
      <dgm:prSet presAssocID="{DE479D99-CF76-44DE-8DE7-586430869D76}" presName="sibTrans" presStyleCnt="0"/>
      <dgm:spPr/>
    </dgm:pt>
    <dgm:pt modelId="{9BD46367-012E-4A7D-A97B-229B496C7C8A}" type="pres">
      <dgm:prSet presAssocID="{C22D00D7-4EF6-4A6B-A8B9-07849EAFBBBA}" presName="node" presStyleLbl="node1" presStyleIdx="4" presStyleCnt="17">
        <dgm:presLayoutVars>
          <dgm:bulletEnabled val="1"/>
        </dgm:presLayoutVars>
      </dgm:prSet>
      <dgm:spPr/>
    </dgm:pt>
    <dgm:pt modelId="{DDF44FEC-ED6B-43EA-976A-88D80F089365}" type="pres">
      <dgm:prSet presAssocID="{18BFA0A6-CFFC-4C88-9CF1-75E6F51FA4D4}" presName="sibTrans" presStyleCnt="0"/>
      <dgm:spPr/>
    </dgm:pt>
    <dgm:pt modelId="{CD112D42-57F8-4023-BBA8-1420C1AE4AC6}" type="pres">
      <dgm:prSet presAssocID="{F220D61C-BD1A-4821-9164-58965C395669}" presName="node" presStyleLbl="node1" presStyleIdx="5" presStyleCnt="17">
        <dgm:presLayoutVars>
          <dgm:bulletEnabled val="1"/>
        </dgm:presLayoutVars>
      </dgm:prSet>
      <dgm:spPr/>
    </dgm:pt>
    <dgm:pt modelId="{7B33A03C-80BA-4321-BD5B-349036D47692}" type="pres">
      <dgm:prSet presAssocID="{BDC0C4DA-60F8-45B0-BFE8-7D22D804195A}" presName="sibTrans" presStyleCnt="0"/>
      <dgm:spPr/>
    </dgm:pt>
    <dgm:pt modelId="{AA7A46CA-8E47-42BD-A01A-12F138739EB6}" type="pres">
      <dgm:prSet presAssocID="{06589EB7-4B34-4CFA-98EA-368E98A94AD1}" presName="node" presStyleLbl="node1" presStyleIdx="6" presStyleCnt="17" custLinFactNeighborX="472" custLinFactNeighborY="-2360">
        <dgm:presLayoutVars>
          <dgm:bulletEnabled val="1"/>
        </dgm:presLayoutVars>
      </dgm:prSet>
      <dgm:spPr/>
    </dgm:pt>
    <dgm:pt modelId="{82DBBB4A-A95B-4AB1-B628-992811C86D76}" type="pres">
      <dgm:prSet presAssocID="{42F5BCC4-6DB9-4979-8F3E-CB57CEC21A18}" presName="sibTrans" presStyleCnt="0"/>
      <dgm:spPr/>
    </dgm:pt>
    <dgm:pt modelId="{C57CDF73-13D7-4A4F-9A5E-06FE5B73D77B}" type="pres">
      <dgm:prSet presAssocID="{B60849C3-601A-4C0A-945D-C4C26286914E}" presName="node" presStyleLbl="node1" presStyleIdx="7" presStyleCnt="17">
        <dgm:presLayoutVars>
          <dgm:bulletEnabled val="1"/>
        </dgm:presLayoutVars>
      </dgm:prSet>
      <dgm:spPr/>
    </dgm:pt>
    <dgm:pt modelId="{466E729A-12F7-414E-825B-62D84EA93633}" type="pres">
      <dgm:prSet presAssocID="{DEC8B974-0E07-4192-9E5C-F42AB1773A5C}" presName="sibTrans" presStyleCnt="0"/>
      <dgm:spPr/>
    </dgm:pt>
    <dgm:pt modelId="{10F1607E-C7F4-4D04-B174-CA2CA28D2452}" type="pres">
      <dgm:prSet presAssocID="{0188C158-895A-48F0-B655-B55CA7A3CDF0}" presName="node" presStyleLbl="node1" presStyleIdx="8" presStyleCnt="17">
        <dgm:presLayoutVars>
          <dgm:bulletEnabled val="1"/>
        </dgm:presLayoutVars>
      </dgm:prSet>
      <dgm:spPr/>
    </dgm:pt>
    <dgm:pt modelId="{E560D6E4-0900-4F66-B0FE-5D7012F98FE1}" type="pres">
      <dgm:prSet presAssocID="{68E95A76-70B7-4BBF-AC3E-723B0C21BC15}" presName="sibTrans" presStyleCnt="0"/>
      <dgm:spPr/>
    </dgm:pt>
    <dgm:pt modelId="{35A24275-E52F-48D3-B59E-93D696F42F5E}" type="pres">
      <dgm:prSet presAssocID="{A70A0207-064E-4721-AB41-3ABC745CB60B}" presName="node" presStyleLbl="node1" presStyleIdx="9" presStyleCnt="17">
        <dgm:presLayoutVars>
          <dgm:bulletEnabled val="1"/>
        </dgm:presLayoutVars>
      </dgm:prSet>
      <dgm:spPr/>
    </dgm:pt>
    <dgm:pt modelId="{AEF9F954-9F77-4A49-AD5E-7CA19FC8B490}" type="pres">
      <dgm:prSet presAssocID="{A5E6BC59-7D3C-4A69-8375-D932C14705AE}" presName="sibTrans" presStyleCnt="0"/>
      <dgm:spPr/>
    </dgm:pt>
    <dgm:pt modelId="{3CEF77B2-3223-4808-B2C7-9A52EEBF2A5E}" type="pres">
      <dgm:prSet presAssocID="{981FC15A-687D-4BF2-9DFD-732C9EF2AC80}" presName="node" presStyleLbl="node1" presStyleIdx="10" presStyleCnt="17">
        <dgm:presLayoutVars>
          <dgm:bulletEnabled val="1"/>
        </dgm:presLayoutVars>
      </dgm:prSet>
      <dgm:spPr/>
    </dgm:pt>
    <dgm:pt modelId="{CF8B2A78-97F0-4BAF-BC3A-08D69B90E3A3}" type="pres">
      <dgm:prSet presAssocID="{5DE1AB36-D26C-472F-873E-BD07A3986FC9}" presName="sibTrans" presStyleCnt="0"/>
      <dgm:spPr/>
    </dgm:pt>
    <dgm:pt modelId="{7B9154B4-35F3-4BEE-A89F-F775A6250F24}" type="pres">
      <dgm:prSet presAssocID="{DBFE71BB-764F-4523-B98C-AC714DD76966}" presName="node" presStyleLbl="node1" presStyleIdx="11" presStyleCnt="17">
        <dgm:presLayoutVars>
          <dgm:bulletEnabled val="1"/>
        </dgm:presLayoutVars>
      </dgm:prSet>
      <dgm:spPr/>
    </dgm:pt>
    <dgm:pt modelId="{3EB66EBE-A25F-4FCA-B2CF-A9E03292F5B6}" type="pres">
      <dgm:prSet presAssocID="{47E9476F-D2FD-4B22-8ECB-045F213F651A}" presName="sibTrans" presStyleCnt="0"/>
      <dgm:spPr/>
    </dgm:pt>
    <dgm:pt modelId="{496EC1A2-DB51-45CE-B788-CF6F4C5F4019}" type="pres">
      <dgm:prSet presAssocID="{5268B2F7-BE32-4A03-B15C-52ACAB70BB3C}" presName="node" presStyleLbl="node1" presStyleIdx="12" presStyleCnt="17">
        <dgm:presLayoutVars>
          <dgm:bulletEnabled val="1"/>
        </dgm:presLayoutVars>
      </dgm:prSet>
      <dgm:spPr/>
    </dgm:pt>
    <dgm:pt modelId="{3CB9BCBB-98BA-4FAF-80AF-92B8D4F692A0}" type="pres">
      <dgm:prSet presAssocID="{A5FD99F7-E641-47B8-862B-B4472F1AAC04}" presName="sibTrans" presStyleCnt="0"/>
      <dgm:spPr/>
    </dgm:pt>
    <dgm:pt modelId="{8AE3C59F-C194-4F99-92D2-79DAED1FA13C}" type="pres">
      <dgm:prSet presAssocID="{199E7397-A24C-43DE-8797-E5E8F198ABC0}" presName="node" presStyleLbl="node1" presStyleIdx="13" presStyleCnt="17">
        <dgm:presLayoutVars>
          <dgm:bulletEnabled val="1"/>
        </dgm:presLayoutVars>
      </dgm:prSet>
      <dgm:spPr/>
    </dgm:pt>
    <dgm:pt modelId="{CE1EC70D-2846-4A7C-86EE-86177EFAF37A}" type="pres">
      <dgm:prSet presAssocID="{B341D787-5038-458F-9E7B-3CD6CB4996EC}" presName="sibTrans" presStyleCnt="0"/>
      <dgm:spPr/>
    </dgm:pt>
    <dgm:pt modelId="{C69B1B0A-B018-4F04-B1DC-AE8D1A8B3F48}" type="pres">
      <dgm:prSet presAssocID="{884A0A34-F79B-4246-B11C-29396F000851}" presName="node" presStyleLbl="node1" presStyleIdx="14" presStyleCnt="17">
        <dgm:presLayoutVars>
          <dgm:bulletEnabled val="1"/>
        </dgm:presLayoutVars>
      </dgm:prSet>
      <dgm:spPr/>
    </dgm:pt>
    <dgm:pt modelId="{069F826E-236B-4470-A488-4E95DC77F7F4}" type="pres">
      <dgm:prSet presAssocID="{E670C150-2373-41A0-9040-F6B9F61A0902}" presName="sibTrans" presStyleCnt="0"/>
      <dgm:spPr/>
    </dgm:pt>
    <dgm:pt modelId="{5DDF195B-96C8-4DA6-A79D-73C27D24B0BA}" type="pres">
      <dgm:prSet presAssocID="{D5715DED-CF5A-4D13-935D-0D9C625C3280}" presName="node" presStyleLbl="node1" presStyleIdx="15" presStyleCnt="17">
        <dgm:presLayoutVars>
          <dgm:bulletEnabled val="1"/>
        </dgm:presLayoutVars>
      </dgm:prSet>
      <dgm:spPr/>
    </dgm:pt>
    <dgm:pt modelId="{F82D706F-12A9-4F3A-A293-D426EEF8DDA2}" type="pres">
      <dgm:prSet presAssocID="{D02C7FB4-53AD-440B-A736-4331A62ADAC2}" presName="sibTrans" presStyleCnt="0"/>
      <dgm:spPr/>
    </dgm:pt>
    <dgm:pt modelId="{61A5FBD7-87B2-421E-A512-8F13DA12B7C2}" type="pres">
      <dgm:prSet presAssocID="{C150A081-20D6-43A5-850F-0674DE97C3DB}" presName="node" presStyleLbl="node1" presStyleIdx="16" presStyleCnt="17">
        <dgm:presLayoutVars>
          <dgm:bulletEnabled val="1"/>
        </dgm:presLayoutVars>
      </dgm:prSet>
      <dgm:spPr/>
    </dgm:pt>
  </dgm:ptLst>
  <dgm:cxnLst>
    <dgm:cxn modelId="{8CE37401-E4D5-49AE-BC06-15C0B082218C}" srcId="{02B054A0-AB50-4670-B8F7-20C769F9EDD2}" destId="{0188C158-895A-48F0-B655-B55CA7A3CDF0}" srcOrd="8" destOrd="0" parTransId="{4CC34269-C89B-4026-BEAF-E54F89442F5C}" sibTransId="{68E95A76-70B7-4BBF-AC3E-723B0C21BC15}"/>
    <dgm:cxn modelId="{F3834C04-B290-4860-AF01-BC4DD56ED13D}" srcId="{02B054A0-AB50-4670-B8F7-20C769F9EDD2}" destId="{884A0A34-F79B-4246-B11C-29396F000851}" srcOrd="14" destOrd="0" parTransId="{0069BA07-17EC-42CA-AD6D-8E0C6B5B58A3}" sibTransId="{E670C150-2373-41A0-9040-F6B9F61A0902}"/>
    <dgm:cxn modelId="{D048C306-68DC-4E24-8F8C-2AF3F7D71195}" type="presOf" srcId="{7C58B3CC-A2BC-43FF-A049-BBA6F24181D9}" destId="{CD112D42-57F8-4023-BBA8-1420C1AE4AC6}" srcOrd="0" destOrd="1" presId="urn:microsoft.com/office/officeart/2005/8/layout/default"/>
    <dgm:cxn modelId="{EC10D711-67DD-43FC-A904-88CFDBDA7F1C}" type="presOf" srcId="{D5715DED-CF5A-4D13-935D-0D9C625C3280}" destId="{5DDF195B-96C8-4DA6-A79D-73C27D24B0BA}" srcOrd="0" destOrd="0" presId="urn:microsoft.com/office/officeart/2005/8/layout/default"/>
    <dgm:cxn modelId="{676E0119-7F7A-4928-81C1-F494FB54DCEC}" srcId="{02B054A0-AB50-4670-B8F7-20C769F9EDD2}" destId="{F220D61C-BD1A-4821-9164-58965C395669}" srcOrd="5" destOrd="0" parTransId="{59B2660C-AEF9-4442-8CF0-5E58CF4FE5D2}" sibTransId="{BDC0C4DA-60F8-45B0-BFE8-7D22D804195A}"/>
    <dgm:cxn modelId="{81874B19-E3F9-44B4-9B84-6497848155A1}" type="presOf" srcId="{5330257F-A184-478C-B00D-8A9957A64511}" destId="{CD112D42-57F8-4023-BBA8-1420C1AE4AC6}" srcOrd="0" destOrd="2" presId="urn:microsoft.com/office/officeart/2005/8/layout/default"/>
    <dgm:cxn modelId="{429B8E19-199C-4E32-84F5-B6E80C71ED4E}" type="presOf" srcId="{C22D00D7-4EF6-4A6B-A8B9-07849EAFBBBA}" destId="{9BD46367-012E-4A7D-A97B-229B496C7C8A}" srcOrd="0" destOrd="0" presId="urn:microsoft.com/office/officeart/2005/8/layout/default"/>
    <dgm:cxn modelId="{00908E1E-8C44-4A24-A6AC-0C2AA003FD67}" srcId="{02B054A0-AB50-4670-B8F7-20C769F9EDD2}" destId="{D5715DED-CF5A-4D13-935D-0D9C625C3280}" srcOrd="15" destOrd="0" parTransId="{0D096904-2BCA-45BA-8AC9-30D303610543}" sibTransId="{D02C7FB4-53AD-440B-A736-4331A62ADAC2}"/>
    <dgm:cxn modelId="{7C38A221-1592-408B-9F89-0258D4B10EE2}" srcId="{02B054A0-AB50-4670-B8F7-20C769F9EDD2}" destId="{AA6F00AB-39DF-46CC-AF87-9B6BAACC7925}" srcOrd="3" destOrd="0" parTransId="{367911A0-585C-4250-8F79-FFE85EF97366}" sibTransId="{DE479D99-CF76-44DE-8DE7-586430869D76}"/>
    <dgm:cxn modelId="{5A764A24-9CDC-4798-908E-118F6DB54465}" type="presOf" srcId="{A70A0207-064E-4721-AB41-3ABC745CB60B}" destId="{35A24275-E52F-48D3-B59E-93D696F42F5E}" srcOrd="0" destOrd="0" presId="urn:microsoft.com/office/officeart/2005/8/layout/default"/>
    <dgm:cxn modelId="{00AB8028-1BD2-41B2-8FAF-2E83ED00AAC4}" srcId="{06589EB7-4B34-4CFA-98EA-368E98A94AD1}" destId="{A02863FC-3F65-4019-9EEA-857543CA4A7E}" srcOrd="3" destOrd="0" parTransId="{371D42AC-A4CE-4055-A07D-3142DEFFA207}" sibTransId="{84F7C7FB-EE4A-466B-A8A6-C31AAB755C64}"/>
    <dgm:cxn modelId="{EFBDA428-6449-4DBF-9579-36B9265298AB}" type="presOf" srcId="{C150A081-20D6-43A5-850F-0674DE97C3DB}" destId="{61A5FBD7-87B2-421E-A512-8F13DA12B7C2}" srcOrd="0" destOrd="0" presId="urn:microsoft.com/office/officeart/2005/8/layout/default"/>
    <dgm:cxn modelId="{96176E2E-8C09-40CC-9F76-E9FB07D02DD9}" srcId="{02B054A0-AB50-4670-B8F7-20C769F9EDD2}" destId="{DBFE71BB-764F-4523-B98C-AC714DD76966}" srcOrd="11" destOrd="0" parTransId="{BDA2A6DB-668A-4486-BE04-9CA337E74124}" sibTransId="{47E9476F-D2FD-4B22-8ECB-045F213F651A}"/>
    <dgm:cxn modelId="{FFDEA432-4743-41EF-9A58-6B191C535BB3}" type="presOf" srcId="{06589EB7-4B34-4CFA-98EA-368E98A94AD1}" destId="{AA7A46CA-8E47-42BD-A01A-12F138739EB6}" srcOrd="0" destOrd="0" presId="urn:microsoft.com/office/officeart/2005/8/layout/default"/>
    <dgm:cxn modelId="{A3378537-56D4-44AD-8EC2-7BD91A9248C9}" type="presOf" srcId="{884A0A34-F79B-4246-B11C-29396F000851}" destId="{C69B1B0A-B018-4F04-B1DC-AE8D1A8B3F48}" srcOrd="0" destOrd="0" presId="urn:microsoft.com/office/officeart/2005/8/layout/default"/>
    <dgm:cxn modelId="{AD9FA337-49E4-43D3-B5C6-D50868733968}" type="presOf" srcId="{02B054A0-AB50-4670-B8F7-20C769F9EDD2}" destId="{AEBE9823-9DBD-4B5B-9251-577A36451023}" srcOrd="0" destOrd="0" presId="urn:microsoft.com/office/officeart/2005/8/layout/default"/>
    <dgm:cxn modelId="{0B608039-A2DD-4371-9D4A-1A65D18779B3}" srcId="{06589EB7-4B34-4CFA-98EA-368E98A94AD1}" destId="{2EA41729-FF51-47A3-81E5-68D3897F3B70}" srcOrd="0" destOrd="0" parTransId="{0A1C0D00-B9DF-4109-8B3D-EAFFF46B1011}" sibTransId="{E27E55A0-C0E8-4B96-970B-1A6DC88A4CAE}"/>
    <dgm:cxn modelId="{1250355F-F408-41C8-8020-A5E40195AEF4}" srcId="{02B054A0-AB50-4670-B8F7-20C769F9EDD2}" destId="{5268B2F7-BE32-4A03-B15C-52ACAB70BB3C}" srcOrd="12" destOrd="0" parTransId="{966E513E-6865-4C54-9D27-E8D20F7BB79C}" sibTransId="{A5FD99F7-E641-47B8-862B-B4472F1AAC04}"/>
    <dgm:cxn modelId="{060D4568-009D-4D68-8A8C-F5E1EC00B05E}" srcId="{F220D61C-BD1A-4821-9164-58965C395669}" destId="{7C58B3CC-A2BC-43FF-A049-BBA6F24181D9}" srcOrd="0" destOrd="0" parTransId="{91713591-A765-4193-BB99-07D835C408F4}" sibTransId="{2A5D3393-59DC-4E22-90A5-2EF18C645B43}"/>
    <dgm:cxn modelId="{B7B9366C-B6E5-4239-9EB1-91D2BC515061}" type="presOf" srcId="{455E6C99-203B-4578-A6CC-35AEEDFC91F7}" destId="{AA7A46CA-8E47-42BD-A01A-12F138739EB6}" srcOrd="0" destOrd="2" presId="urn:microsoft.com/office/officeart/2005/8/layout/default"/>
    <dgm:cxn modelId="{F653494E-30A1-4F82-B959-2D442D52B9C1}" type="presOf" srcId="{981FC15A-687D-4BF2-9DFD-732C9EF2AC80}" destId="{3CEF77B2-3223-4808-B2C7-9A52EEBF2A5E}" srcOrd="0" destOrd="0" presId="urn:microsoft.com/office/officeart/2005/8/layout/default"/>
    <dgm:cxn modelId="{CDAE9F50-D46D-4240-814C-0462C47F6FF0}" type="presOf" srcId="{5268B2F7-BE32-4A03-B15C-52ACAB70BB3C}" destId="{496EC1A2-DB51-45CE-B788-CF6F4C5F4019}" srcOrd="0" destOrd="0" presId="urn:microsoft.com/office/officeart/2005/8/layout/default"/>
    <dgm:cxn modelId="{43642251-C86F-47DB-94E8-B3D5F293C55B}" type="presOf" srcId="{4BB4DFA4-6B6A-456D-8888-3E1340F5345F}" destId="{AA7A46CA-8E47-42BD-A01A-12F138739EB6}" srcOrd="0" destOrd="3" presId="urn:microsoft.com/office/officeart/2005/8/layout/default"/>
    <dgm:cxn modelId="{23A66456-47C1-4C1B-ACF7-B30D3D786E0A}" srcId="{02B054A0-AB50-4670-B8F7-20C769F9EDD2}" destId="{B60849C3-601A-4C0A-945D-C4C26286914E}" srcOrd="7" destOrd="0" parTransId="{540E2761-C6FB-449C-BEF2-6C7CE69CB842}" sibTransId="{DEC8B974-0E07-4192-9E5C-F42AB1773A5C}"/>
    <dgm:cxn modelId="{475AD776-C646-4ACF-A81E-E63AB604816E}" srcId="{F220D61C-BD1A-4821-9164-58965C395669}" destId="{92205BA0-3724-405C-9F65-DF041ECFEBD9}" srcOrd="2" destOrd="0" parTransId="{4A07983B-45DC-48EC-B13F-EFD1996D3ECF}" sibTransId="{3D077FDB-F26B-4EB9-9FD6-18844535A27B}"/>
    <dgm:cxn modelId="{C6D5A477-B848-4F6B-9DE9-16D249453B9F}" srcId="{02B054A0-AB50-4670-B8F7-20C769F9EDD2}" destId="{C22D00D7-4EF6-4A6B-A8B9-07849EAFBBBA}" srcOrd="4" destOrd="0" parTransId="{47292D95-A1CF-46C4-9560-4C4224C1CB07}" sibTransId="{18BFA0A6-CFFC-4C88-9CF1-75E6F51FA4D4}"/>
    <dgm:cxn modelId="{9C0AFE87-7661-4321-9A47-EAAD6C68B6DD}" srcId="{02B054A0-AB50-4670-B8F7-20C769F9EDD2}" destId="{1D96F956-27B2-4107-9F83-089E26BA4633}" srcOrd="2" destOrd="0" parTransId="{7D077E74-E2BE-4972-B3FA-59B72BA95538}" sibTransId="{DDE2CCC5-1B44-434B-81D8-76B1C5D79412}"/>
    <dgm:cxn modelId="{FBF6E38F-B643-4B48-B7B0-910CDD99A2B2}" type="presOf" srcId="{92205BA0-3724-405C-9F65-DF041ECFEBD9}" destId="{CD112D42-57F8-4023-BBA8-1420C1AE4AC6}" srcOrd="0" destOrd="3" presId="urn:microsoft.com/office/officeart/2005/8/layout/default"/>
    <dgm:cxn modelId="{D0159893-CF38-4230-9EFB-EFF3188A03E7}" srcId="{06589EB7-4B34-4CFA-98EA-368E98A94AD1}" destId="{455E6C99-203B-4578-A6CC-35AEEDFC91F7}" srcOrd="1" destOrd="0" parTransId="{379D5F2E-5424-417F-9103-8B7EA737E3AA}" sibTransId="{B6E9FE8C-101F-4011-9D52-FC46C662348D}"/>
    <dgm:cxn modelId="{10FEFE9D-EB46-409D-8353-496B2FD7F13C}" type="presOf" srcId="{2EA41729-FF51-47A3-81E5-68D3897F3B70}" destId="{AA7A46CA-8E47-42BD-A01A-12F138739EB6}" srcOrd="0" destOrd="1" presId="urn:microsoft.com/office/officeart/2005/8/layout/default"/>
    <dgm:cxn modelId="{1F953FA1-8AF7-4848-A56C-67E2C286B39E}" srcId="{F220D61C-BD1A-4821-9164-58965C395669}" destId="{5330257F-A184-478C-B00D-8A9957A64511}" srcOrd="1" destOrd="0" parTransId="{FC18FD9B-2497-4FE8-980E-FB618AFEF147}" sibTransId="{C2A9D165-4188-4B67-917E-6118827CFD3E}"/>
    <dgm:cxn modelId="{33E83DA2-FEE4-4AD6-8AF1-9D0AB77FB091}" type="presOf" srcId="{AA6F00AB-39DF-46CC-AF87-9B6BAACC7925}" destId="{F7AF38A9-84D1-459A-8AF0-05BDA73F0BB6}" srcOrd="0" destOrd="0" presId="urn:microsoft.com/office/officeart/2005/8/layout/default"/>
    <dgm:cxn modelId="{E9BAEDA2-6C89-4C36-AA95-B01BCC4CF40A}" type="presOf" srcId="{B60849C3-601A-4C0A-945D-C4C26286914E}" destId="{C57CDF73-13D7-4A4F-9A5E-06FE5B73D77B}" srcOrd="0" destOrd="0" presId="urn:microsoft.com/office/officeart/2005/8/layout/default"/>
    <dgm:cxn modelId="{4D1060A8-ED4B-4A6A-94B7-7288C22E4E29}" type="presOf" srcId="{E4E08F8B-8253-4672-9EDF-6E4FE5C83E5D}" destId="{027E4A39-148B-4058-9E90-95CEA5F95B2F}" srcOrd="0" destOrd="0" presId="urn:microsoft.com/office/officeart/2005/8/layout/default"/>
    <dgm:cxn modelId="{B1165BAB-4E64-4ED9-9244-537A893B49BF}" srcId="{02B054A0-AB50-4670-B8F7-20C769F9EDD2}" destId="{06589EB7-4B34-4CFA-98EA-368E98A94AD1}" srcOrd="6" destOrd="0" parTransId="{E4968019-AB90-44BC-9EB8-CDF12F5C28C7}" sibTransId="{42F5BCC4-6DB9-4979-8F3E-CB57CEC21A18}"/>
    <dgm:cxn modelId="{029870AC-F0B2-4390-9065-EEEB2452A870}" srcId="{02B054A0-AB50-4670-B8F7-20C769F9EDD2}" destId="{E4E08F8B-8253-4672-9EDF-6E4FE5C83E5D}" srcOrd="1" destOrd="0" parTransId="{8D409BA1-0E6C-423F-96C9-253FD6DD5567}" sibTransId="{3467B01E-4706-4EA7-81B4-964C0CDFB7A1}"/>
    <dgm:cxn modelId="{7DF763B1-B015-493F-B2ED-6C9499E04AC6}" type="presOf" srcId="{A02863FC-3F65-4019-9EEA-857543CA4A7E}" destId="{AA7A46CA-8E47-42BD-A01A-12F138739EB6}" srcOrd="0" destOrd="4" presId="urn:microsoft.com/office/officeart/2005/8/layout/default"/>
    <dgm:cxn modelId="{EF716EBB-55FB-4CAD-83A4-A0D27BC770B5}" srcId="{06589EB7-4B34-4CFA-98EA-368E98A94AD1}" destId="{4BB4DFA4-6B6A-456D-8888-3E1340F5345F}" srcOrd="2" destOrd="0" parTransId="{7FB71538-35AC-40B1-AA9C-69358F678D11}" sibTransId="{9DA6D0C9-01C5-4EED-A84A-8EFE8B4D20AE}"/>
    <dgm:cxn modelId="{FFBBCBBB-2F2C-4661-9D91-28696035CA8C}" srcId="{02B054A0-AB50-4670-B8F7-20C769F9EDD2}" destId="{A70A0207-064E-4721-AB41-3ABC745CB60B}" srcOrd="9" destOrd="0" parTransId="{49450556-2761-43C6-8765-7A024DA08DD6}" sibTransId="{A5E6BC59-7D3C-4A69-8375-D932C14705AE}"/>
    <dgm:cxn modelId="{1CA29BC1-CD81-4980-8A72-141CADEB5535}" srcId="{02B054A0-AB50-4670-B8F7-20C769F9EDD2}" destId="{C150A081-20D6-43A5-850F-0674DE97C3DB}" srcOrd="16" destOrd="0" parTransId="{9979F8F7-853F-45F7-9787-3C34A8ACA821}" sibTransId="{A2EF89F8-201A-430A-BFDC-10262CC3CEE5}"/>
    <dgm:cxn modelId="{5D0143C3-1FB5-4F1F-A866-2B9FF4A76393}" type="presOf" srcId="{199E7397-A24C-43DE-8797-E5E8F198ABC0}" destId="{8AE3C59F-C194-4F99-92D2-79DAED1FA13C}" srcOrd="0" destOrd="0" presId="urn:microsoft.com/office/officeart/2005/8/layout/default"/>
    <dgm:cxn modelId="{27C45BC4-2649-48AE-B6ED-2D80CA84F5CC}" srcId="{02B054A0-AB50-4670-B8F7-20C769F9EDD2}" destId="{981FC15A-687D-4BF2-9DFD-732C9EF2AC80}" srcOrd="10" destOrd="0" parTransId="{680EE046-E98E-4846-82BD-7E1C60192641}" sibTransId="{5DE1AB36-D26C-472F-873E-BD07A3986FC9}"/>
    <dgm:cxn modelId="{A00FE6C4-139F-4C82-BCE2-4B91C7C8D3A2}" type="presOf" srcId="{0188C158-895A-48F0-B655-B55CA7A3CDF0}" destId="{10F1607E-C7F4-4D04-B174-CA2CA28D2452}" srcOrd="0" destOrd="0" presId="urn:microsoft.com/office/officeart/2005/8/layout/default"/>
    <dgm:cxn modelId="{C5D447C5-F711-448C-9F56-F357FA9D02DC}" type="presOf" srcId="{DBFE71BB-764F-4523-B98C-AC714DD76966}" destId="{7B9154B4-35F3-4BEE-A89F-F775A6250F24}" srcOrd="0" destOrd="0" presId="urn:microsoft.com/office/officeart/2005/8/layout/default"/>
    <dgm:cxn modelId="{AB4074D1-A457-44B4-8238-5DCCBB55D878}" srcId="{02B054A0-AB50-4670-B8F7-20C769F9EDD2}" destId="{199E7397-A24C-43DE-8797-E5E8F198ABC0}" srcOrd="13" destOrd="0" parTransId="{6891C787-1322-43A4-8B7B-CEA2058C642A}" sibTransId="{B341D787-5038-458F-9E7B-3CD6CB4996EC}"/>
    <dgm:cxn modelId="{2DA13AD5-D606-47AA-A880-3461B87E4D48}" type="presOf" srcId="{CC1B1BB4-52EF-4D8F-A3E9-7943501A8F6D}" destId="{FFBBA4B8-345C-47BF-99C8-EDB38AF79FE7}" srcOrd="0" destOrd="0" presId="urn:microsoft.com/office/officeart/2005/8/layout/default"/>
    <dgm:cxn modelId="{ED6CC1F0-156B-4E10-A4D7-438E6AF525AA}" srcId="{02B054A0-AB50-4670-B8F7-20C769F9EDD2}" destId="{CC1B1BB4-52EF-4D8F-A3E9-7943501A8F6D}" srcOrd="0" destOrd="0" parTransId="{86400640-85FC-4D73-8DC7-375182EDA80D}" sibTransId="{A7DD4A12-F938-4D7D-9B49-4BA40598C3DE}"/>
    <dgm:cxn modelId="{FE823CF5-4B73-4473-A198-9A30DDF80E05}" type="presOf" srcId="{F220D61C-BD1A-4821-9164-58965C395669}" destId="{CD112D42-57F8-4023-BBA8-1420C1AE4AC6}" srcOrd="0" destOrd="0" presId="urn:microsoft.com/office/officeart/2005/8/layout/default"/>
    <dgm:cxn modelId="{F2B3D6FE-148E-46CE-9E47-F01093920F98}" type="presOf" srcId="{1D96F956-27B2-4107-9F83-089E26BA4633}" destId="{9F9F7E67-8205-4FC8-A098-34FBABCAE6D1}" srcOrd="0" destOrd="0" presId="urn:microsoft.com/office/officeart/2005/8/layout/default"/>
    <dgm:cxn modelId="{FF1E73AE-566D-43F3-88EC-FC685C3EA79E}" type="presParOf" srcId="{AEBE9823-9DBD-4B5B-9251-577A36451023}" destId="{FFBBA4B8-345C-47BF-99C8-EDB38AF79FE7}" srcOrd="0" destOrd="0" presId="urn:microsoft.com/office/officeart/2005/8/layout/default"/>
    <dgm:cxn modelId="{EBF3FDDB-4057-4582-A40A-A169EEF3C353}" type="presParOf" srcId="{AEBE9823-9DBD-4B5B-9251-577A36451023}" destId="{6BCDA89B-94A5-4297-8B98-E92DAF23C894}" srcOrd="1" destOrd="0" presId="urn:microsoft.com/office/officeart/2005/8/layout/default"/>
    <dgm:cxn modelId="{5DAE4F2C-2C18-4286-AD9C-5947D5B8A6A4}" type="presParOf" srcId="{AEBE9823-9DBD-4B5B-9251-577A36451023}" destId="{027E4A39-148B-4058-9E90-95CEA5F95B2F}" srcOrd="2" destOrd="0" presId="urn:microsoft.com/office/officeart/2005/8/layout/default"/>
    <dgm:cxn modelId="{E418CDBA-2D67-4DB8-92DB-DAB55C732AE9}" type="presParOf" srcId="{AEBE9823-9DBD-4B5B-9251-577A36451023}" destId="{AB438501-F655-4333-86AA-3A6F37E76C4B}" srcOrd="3" destOrd="0" presId="urn:microsoft.com/office/officeart/2005/8/layout/default"/>
    <dgm:cxn modelId="{EDC70AF5-6E2E-4BB1-BCB6-C2B3A627FCAD}" type="presParOf" srcId="{AEBE9823-9DBD-4B5B-9251-577A36451023}" destId="{9F9F7E67-8205-4FC8-A098-34FBABCAE6D1}" srcOrd="4" destOrd="0" presId="urn:microsoft.com/office/officeart/2005/8/layout/default"/>
    <dgm:cxn modelId="{7ECF3029-7972-488C-9D75-079E4BC33A1C}" type="presParOf" srcId="{AEBE9823-9DBD-4B5B-9251-577A36451023}" destId="{DF4FC282-8DF1-448D-8793-7708957D3CAC}" srcOrd="5" destOrd="0" presId="urn:microsoft.com/office/officeart/2005/8/layout/default"/>
    <dgm:cxn modelId="{DA98C822-E972-43E6-AD79-9E32842563B6}" type="presParOf" srcId="{AEBE9823-9DBD-4B5B-9251-577A36451023}" destId="{F7AF38A9-84D1-459A-8AF0-05BDA73F0BB6}" srcOrd="6" destOrd="0" presId="urn:microsoft.com/office/officeart/2005/8/layout/default"/>
    <dgm:cxn modelId="{8E5EAE30-F736-43CE-9F92-6B8985EB52A7}" type="presParOf" srcId="{AEBE9823-9DBD-4B5B-9251-577A36451023}" destId="{1CCD93B8-1140-4EE3-B1A5-DE76FFAB7F2B}" srcOrd="7" destOrd="0" presId="urn:microsoft.com/office/officeart/2005/8/layout/default"/>
    <dgm:cxn modelId="{7A9F891F-611C-4B71-9343-8FDBDD98D607}" type="presParOf" srcId="{AEBE9823-9DBD-4B5B-9251-577A36451023}" destId="{9BD46367-012E-4A7D-A97B-229B496C7C8A}" srcOrd="8" destOrd="0" presId="urn:microsoft.com/office/officeart/2005/8/layout/default"/>
    <dgm:cxn modelId="{910345BF-8F6E-4269-814D-281A692118DB}" type="presParOf" srcId="{AEBE9823-9DBD-4B5B-9251-577A36451023}" destId="{DDF44FEC-ED6B-43EA-976A-88D80F089365}" srcOrd="9" destOrd="0" presId="urn:microsoft.com/office/officeart/2005/8/layout/default"/>
    <dgm:cxn modelId="{B68D02B6-5C06-47EF-83DE-85638C186D60}" type="presParOf" srcId="{AEBE9823-9DBD-4B5B-9251-577A36451023}" destId="{CD112D42-57F8-4023-BBA8-1420C1AE4AC6}" srcOrd="10" destOrd="0" presId="urn:microsoft.com/office/officeart/2005/8/layout/default"/>
    <dgm:cxn modelId="{80D2A247-F03B-4B13-8D9F-829B77B91472}" type="presParOf" srcId="{AEBE9823-9DBD-4B5B-9251-577A36451023}" destId="{7B33A03C-80BA-4321-BD5B-349036D47692}" srcOrd="11" destOrd="0" presId="urn:microsoft.com/office/officeart/2005/8/layout/default"/>
    <dgm:cxn modelId="{CEBBD54F-FFF3-4B13-8974-E95E342B632B}" type="presParOf" srcId="{AEBE9823-9DBD-4B5B-9251-577A36451023}" destId="{AA7A46CA-8E47-42BD-A01A-12F138739EB6}" srcOrd="12" destOrd="0" presId="urn:microsoft.com/office/officeart/2005/8/layout/default"/>
    <dgm:cxn modelId="{56F25C0C-5643-4377-B85F-F86B8E764891}" type="presParOf" srcId="{AEBE9823-9DBD-4B5B-9251-577A36451023}" destId="{82DBBB4A-A95B-4AB1-B628-992811C86D76}" srcOrd="13" destOrd="0" presId="urn:microsoft.com/office/officeart/2005/8/layout/default"/>
    <dgm:cxn modelId="{52390BCC-246D-44EC-8FB9-8C39D9073574}" type="presParOf" srcId="{AEBE9823-9DBD-4B5B-9251-577A36451023}" destId="{C57CDF73-13D7-4A4F-9A5E-06FE5B73D77B}" srcOrd="14" destOrd="0" presId="urn:microsoft.com/office/officeart/2005/8/layout/default"/>
    <dgm:cxn modelId="{18F62749-06EE-4003-8F4C-C9C6743FDC8C}" type="presParOf" srcId="{AEBE9823-9DBD-4B5B-9251-577A36451023}" destId="{466E729A-12F7-414E-825B-62D84EA93633}" srcOrd="15" destOrd="0" presId="urn:microsoft.com/office/officeart/2005/8/layout/default"/>
    <dgm:cxn modelId="{7E6F8210-2CC0-4C66-BF4C-97241984D9F4}" type="presParOf" srcId="{AEBE9823-9DBD-4B5B-9251-577A36451023}" destId="{10F1607E-C7F4-4D04-B174-CA2CA28D2452}" srcOrd="16" destOrd="0" presId="urn:microsoft.com/office/officeart/2005/8/layout/default"/>
    <dgm:cxn modelId="{E217795B-CDFD-498A-B9BF-143268600EF8}" type="presParOf" srcId="{AEBE9823-9DBD-4B5B-9251-577A36451023}" destId="{E560D6E4-0900-4F66-B0FE-5D7012F98FE1}" srcOrd="17" destOrd="0" presId="urn:microsoft.com/office/officeart/2005/8/layout/default"/>
    <dgm:cxn modelId="{3222E4D3-8593-4935-B263-4A8D655E27CC}" type="presParOf" srcId="{AEBE9823-9DBD-4B5B-9251-577A36451023}" destId="{35A24275-E52F-48D3-B59E-93D696F42F5E}" srcOrd="18" destOrd="0" presId="urn:microsoft.com/office/officeart/2005/8/layout/default"/>
    <dgm:cxn modelId="{C962CC7B-A6E0-4B98-831D-6DFBE5F00349}" type="presParOf" srcId="{AEBE9823-9DBD-4B5B-9251-577A36451023}" destId="{AEF9F954-9F77-4A49-AD5E-7CA19FC8B490}" srcOrd="19" destOrd="0" presId="urn:microsoft.com/office/officeart/2005/8/layout/default"/>
    <dgm:cxn modelId="{0670CF63-BB03-48C7-A551-A17BCCE1B81A}" type="presParOf" srcId="{AEBE9823-9DBD-4B5B-9251-577A36451023}" destId="{3CEF77B2-3223-4808-B2C7-9A52EEBF2A5E}" srcOrd="20" destOrd="0" presId="urn:microsoft.com/office/officeart/2005/8/layout/default"/>
    <dgm:cxn modelId="{FB7BD5E7-B48C-4D01-851E-624DDF1FBAF5}" type="presParOf" srcId="{AEBE9823-9DBD-4B5B-9251-577A36451023}" destId="{CF8B2A78-97F0-4BAF-BC3A-08D69B90E3A3}" srcOrd="21" destOrd="0" presId="urn:microsoft.com/office/officeart/2005/8/layout/default"/>
    <dgm:cxn modelId="{A7A92B1B-25E2-4978-943D-7C36A27F4755}" type="presParOf" srcId="{AEBE9823-9DBD-4B5B-9251-577A36451023}" destId="{7B9154B4-35F3-4BEE-A89F-F775A6250F24}" srcOrd="22" destOrd="0" presId="urn:microsoft.com/office/officeart/2005/8/layout/default"/>
    <dgm:cxn modelId="{8945646B-69DE-4726-8AAC-10BFBBC6E7D0}" type="presParOf" srcId="{AEBE9823-9DBD-4B5B-9251-577A36451023}" destId="{3EB66EBE-A25F-4FCA-B2CF-A9E03292F5B6}" srcOrd="23" destOrd="0" presId="urn:microsoft.com/office/officeart/2005/8/layout/default"/>
    <dgm:cxn modelId="{7C5D8C0F-EDC3-43C9-8B98-6E036FF80B06}" type="presParOf" srcId="{AEBE9823-9DBD-4B5B-9251-577A36451023}" destId="{496EC1A2-DB51-45CE-B788-CF6F4C5F4019}" srcOrd="24" destOrd="0" presId="urn:microsoft.com/office/officeart/2005/8/layout/default"/>
    <dgm:cxn modelId="{1589D33B-4308-46EF-B751-E2E48D01390F}" type="presParOf" srcId="{AEBE9823-9DBD-4B5B-9251-577A36451023}" destId="{3CB9BCBB-98BA-4FAF-80AF-92B8D4F692A0}" srcOrd="25" destOrd="0" presId="urn:microsoft.com/office/officeart/2005/8/layout/default"/>
    <dgm:cxn modelId="{B51124ED-CC58-47E0-AFCC-6CDAA39FF4AB}" type="presParOf" srcId="{AEBE9823-9DBD-4B5B-9251-577A36451023}" destId="{8AE3C59F-C194-4F99-92D2-79DAED1FA13C}" srcOrd="26" destOrd="0" presId="urn:microsoft.com/office/officeart/2005/8/layout/default"/>
    <dgm:cxn modelId="{028F7EAE-D297-4E16-8C71-FCC7AF90C1AD}" type="presParOf" srcId="{AEBE9823-9DBD-4B5B-9251-577A36451023}" destId="{CE1EC70D-2846-4A7C-86EE-86177EFAF37A}" srcOrd="27" destOrd="0" presId="urn:microsoft.com/office/officeart/2005/8/layout/default"/>
    <dgm:cxn modelId="{EF326FAB-8202-4326-AD4E-3D24FE65DDD6}" type="presParOf" srcId="{AEBE9823-9DBD-4B5B-9251-577A36451023}" destId="{C69B1B0A-B018-4F04-B1DC-AE8D1A8B3F48}" srcOrd="28" destOrd="0" presId="urn:microsoft.com/office/officeart/2005/8/layout/default"/>
    <dgm:cxn modelId="{385902B6-C07C-4693-95E2-E49D9968131D}" type="presParOf" srcId="{AEBE9823-9DBD-4B5B-9251-577A36451023}" destId="{069F826E-236B-4470-A488-4E95DC77F7F4}" srcOrd="29" destOrd="0" presId="urn:microsoft.com/office/officeart/2005/8/layout/default"/>
    <dgm:cxn modelId="{AF12E345-F9CE-4CC9-989C-52C86A7F4AB8}" type="presParOf" srcId="{AEBE9823-9DBD-4B5B-9251-577A36451023}" destId="{5DDF195B-96C8-4DA6-A79D-73C27D24B0BA}" srcOrd="30" destOrd="0" presId="urn:microsoft.com/office/officeart/2005/8/layout/default"/>
    <dgm:cxn modelId="{0D46538B-1332-4555-9CAC-C0B48ECFD227}" type="presParOf" srcId="{AEBE9823-9DBD-4B5B-9251-577A36451023}" destId="{F82D706F-12A9-4F3A-A293-D426EEF8DDA2}" srcOrd="31" destOrd="0" presId="urn:microsoft.com/office/officeart/2005/8/layout/default"/>
    <dgm:cxn modelId="{4BE53E09-68D1-4B6D-9EAA-9A472DC3C1D0}" type="presParOf" srcId="{AEBE9823-9DBD-4B5B-9251-577A36451023}" destId="{61A5FBD7-87B2-421E-A512-8F13DA12B7C2}" srcOrd="3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BA4B8-345C-47BF-99C8-EDB38AF79FE7}">
      <dsp:nvSpPr>
        <dsp:cNvPr id="0" name=""/>
        <dsp:cNvSpPr/>
      </dsp:nvSpPr>
      <dsp:spPr>
        <a:xfrm>
          <a:off x="736474" y="3499"/>
          <a:ext cx="1827341" cy="10964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 Redes de Computadores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736474" y="3499"/>
        <a:ext cx="1827341" cy="1096405"/>
      </dsp:txXfrm>
    </dsp:sp>
    <dsp:sp modelId="{027E4A39-148B-4058-9E90-95CEA5F95B2F}">
      <dsp:nvSpPr>
        <dsp:cNvPr id="0" name=""/>
        <dsp:cNvSpPr/>
      </dsp:nvSpPr>
      <dsp:spPr>
        <a:xfrm>
          <a:off x="2746550" y="3499"/>
          <a:ext cx="1827341" cy="109640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Bit x Byte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2746550" y="3499"/>
        <a:ext cx="1827341" cy="1096405"/>
      </dsp:txXfrm>
    </dsp:sp>
    <dsp:sp modelId="{9F9F7E67-8205-4FC8-A098-34FBABCAE6D1}">
      <dsp:nvSpPr>
        <dsp:cNvPr id="0" name=""/>
        <dsp:cNvSpPr/>
      </dsp:nvSpPr>
      <dsp:spPr>
        <a:xfrm>
          <a:off x="4756626" y="3499"/>
          <a:ext cx="1827341" cy="109640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Protocolos de Comunicação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4756626" y="3499"/>
        <a:ext cx="1827341" cy="1096405"/>
      </dsp:txXfrm>
    </dsp:sp>
    <dsp:sp modelId="{F7AF38A9-84D1-459A-8AF0-05BDA73F0BB6}">
      <dsp:nvSpPr>
        <dsp:cNvPr id="0" name=""/>
        <dsp:cNvSpPr/>
      </dsp:nvSpPr>
      <dsp:spPr>
        <a:xfrm>
          <a:off x="6766702" y="3499"/>
          <a:ext cx="1827341" cy="109640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TCP/IP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6766702" y="3499"/>
        <a:ext cx="1827341" cy="1096405"/>
      </dsp:txXfrm>
    </dsp:sp>
    <dsp:sp modelId="{9BD46367-012E-4A7D-A97B-229B496C7C8A}">
      <dsp:nvSpPr>
        <dsp:cNvPr id="0" name=""/>
        <dsp:cNvSpPr/>
      </dsp:nvSpPr>
      <dsp:spPr>
        <a:xfrm>
          <a:off x="8776778" y="3499"/>
          <a:ext cx="1827341" cy="109640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 err="1">
              <a:solidFill>
                <a:schemeClr val="bg1"/>
              </a:solidFill>
            </a:rPr>
            <a:t>Caracteristicas</a:t>
          </a:r>
          <a:r>
            <a:rPr lang="pt-BR" sz="1300" kern="1200" dirty="0">
              <a:solidFill>
                <a:schemeClr val="bg1"/>
              </a:solidFill>
            </a:rPr>
            <a:t> IP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8776778" y="3499"/>
        <a:ext cx="1827341" cy="1096405"/>
      </dsp:txXfrm>
    </dsp:sp>
    <dsp:sp modelId="{CD112D42-57F8-4023-BBA8-1420C1AE4AC6}">
      <dsp:nvSpPr>
        <dsp:cNvPr id="0" name=""/>
        <dsp:cNvSpPr/>
      </dsp:nvSpPr>
      <dsp:spPr>
        <a:xfrm>
          <a:off x="736474" y="1282638"/>
          <a:ext cx="1827341" cy="10964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Classes do IP</a:t>
          </a:r>
          <a:endParaRPr lang="en-US" sz="1300" kern="1200" dirty="0">
            <a:solidFill>
              <a:schemeClr val="bg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>
              <a:solidFill>
                <a:schemeClr val="bg1"/>
              </a:solidFill>
            </a:rPr>
            <a:t>Classe A </a:t>
          </a:r>
          <a:r>
            <a:rPr lang="pt-BR" sz="1000" kern="1200" dirty="0">
              <a:solidFill>
                <a:schemeClr val="bg1"/>
              </a:solidFill>
              <a:sym typeface="Wingdings" panose="05000000000000000000" pitchFamily="2" charset="2"/>
            </a:rPr>
            <a:t></a:t>
          </a:r>
          <a:r>
            <a:rPr lang="pt-BR" sz="1000" kern="1200" dirty="0">
              <a:solidFill>
                <a:schemeClr val="bg1"/>
              </a:solidFill>
            </a:rPr>
            <a:t> 255.0.0.0</a:t>
          </a:r>
          <a:endParaRPr lang="en-US" sz="1000" kern="1200" dirty="0">
            <a:solidFill>
              <a:schemeClr val="bg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>
              <a:solidFill>
                <a:schemeClr val="bg1"/>
              </a:solidFill>
            </a:rPr>
            <a:t>Classe B </a:t>
          </a:r>
          <a:r>
            <a:rPr lang="pt-BR" sz="1000" kern="1200" dirty="0">
              <a:solidFill>
                <a:schemeClr val="bg1"/>
              </a:solidFill>
              <a:sym typeface="Wingdings" panose="05000000000000000000" pitchFamily="2" charset="2"/>
            </a:rPr>
            <a:t></a:t>
          </a:r>
          <a:r>
            <a:rPr lang="pt-BR" sz="1000" kern="1200" dirty="0">
              <a:solidFill>
                <a:schemeClr val="bg1"/>
              </a:solidFill>
            </a:rPr>
            <a:t> 255.255.0.0</a:t>
          </a:r>
          <a:endParaRPr lang="en-US" sz="1000" kern="1200" dirty="0">
            <a:solidFill>
              <a:schemeClr val="bg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>
              <a:solidFill>
                <a:schemeClr val="bg1"/>
              </a:solidFill>
            </a:rPr>
            <a:t>Classe C </a:t>
          </a:r>
          <a:r>
            <a:rPr lang="pt-BR" sz="1000" kern="1200" dirty="0">
              <a:solidFill>
                <a:schemeClr val="bg1"/>
              </a:solidFill>
              <a:sym typeface="Wingdings" panose="05000000000000000000" pitchFamily="2" charset="2"/>
            </a:rPr>
            <a:t></a:t>
          </a:r>
          <a:r>
            <a:rPr lang="pt-BR" sz="1000" kern="1200" dirty="0">
              <a:solidFill>
                <a:schemeClr val="bg1"/>
              </a:solidFill>
            </a:rPr>
            <a:t> 255.255.255.0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736474" y="1282638"/>
        <a:ext cx="1827341" cy="1096405"/>
      </dsp:txXfrm>
    </dsp:sp>
    <dsp:sp modelId="{AA7A46CA-8E47-42BD-A01A-12F138739EB6}">
      <dsp:nvSpPr>
        <dsp:cNvPr id="0" name=""/>
        <dsp:cNvSpPr/>
      </dsp:nvSpPr>
      <dsp:spPr>
        <a:xfrm>
          <a:off x="2755175" y="1256763"/>
          <a:ext cx="1827341" cy="109640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Função dos dispositivos</a:t>
          </a:r>
          <a:endParaRPr lang="en-US" sz="1300" kern="1200" dirty="0">
            <a:solidFill>
              <a:schemeClr val="bg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>
              <a:solidFill>
                <a:schemeClr val="bg1"/>
              </a:solidFill>
            </a:rPr>
            <a:t>Placa de Rede</a:t>
          </a:r>
          <a:endParaRPr lang="en-US" sz="1000" kern="1200" dirty="0">
            <a:solidFill>
              <a:schemeClr val="bg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>
              <a:solidFill>
                <a:schemeClr val="bg1"/>
              </a:solidFill>
            </a:rPr>
            <a:t>Meios Físicos</a:t>
          </a:r>
          <a:endParaRPr lang="en-US" sz="1000" kern="1200" dirty="0">
            <a:solidFill>
              <a:schemeClr val="bg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>
              <a:solidFill>
                <a:schemeClr val="bg1"/>
              </a:solidFill>
            </a:rPr>
            <a:t>Switches</a:t>
          </a:r>
          <a:endParaRPr lang="en-US" sz="1000" kern="1200" dirty="0">
            <a:solidFill>
              <a:schemeClr val="bg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>
              <a:solidFill>
                <a:schemeClr val="bg1"/>
              </a:solidFill>
            </a:rPr>
            <a:t>Roteadores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2755175" y="1256763"/>
        <a:ext cx="1827341" cy="1096405"/>
      </dsp:txXfrm>
    </dsp:sp>
    <dsp:sp modelId="{C57CDF73-13D7-4A4F-9A5E-06FE5B73D77B}">
      <dsp:nvSpPr>
        <dsp:cNvPr id="0" name=""/>
        <dsp:cNvSpPr/>
      </dsp:nvSpPr>
      <dsp:spPr>
        <a:xfrm>
          <a:off x="4756626" y="1282638"/>
          <a:ext cx="1827341" cy="109640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Mac-</a:t>
          </a:r>
          <a:r>
            <a:rPr lang="pt-BR" sz="1300" kern="1200" dirty="0" err="1">
              <a:solidFill>
                <a:schemeClr val="bg1"/>
              </a:solidFill>
            </a:rPr>
            <a:t>Address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4756626" y="1282638"/>
        <a:ext cx="1827341" cy="1096405"/>
      </dsp:txXfrm>
    </dsp:sp>
    <dsp:sp modelId="{10F1607E-C7F4-4D04-B174-CA2CA28D2452}">
      <dsp:nvSpPr>
        <dsp:cNvPr id="0" name=""/>
        <dsp:cNvSpPr/>
      </dsp:nvSpPr>
      <dsp:spPr>
        <a:xfrm>
          <a:off x="6766702" y="1282638"/>
          <a:ext cx="1827341" cy="109640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Servidores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6766702" y="1282638"/>
        <a:ext cx="1827341" cy="1096405"/>
      </dsp:txXfrm>
    </dsp:sp>
    <dsp:sp modelId="{35A24275-E52F-48D3-B59E-93D696F42F5E}">
      <dsp:nvSpPr>
        <dsp:cNvPr id="0" name=""/>
        <dsp:cNvSpPr/>
      </dsp:nvSpPr>
      <dsp:spPr>
        <a:xfrm>
          <a:off x="8776778" y="1282638"/>
          <a:ext cx="1827341" cy="109640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DNS/DHCP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8776778" y="1282638"/>
        <a:ext cx="1827341" cy="1096405"/>
      </dsp:txXfrm>
    </dsp:sp>
    <dsp:sp modelId="{3CEF77B2-3223-4808-B2C7-9A52EEBF2A5E}">
      <dsp:nvSpPr>
        <dsp:cNvPr id="0" name=""/>
        <dsp:cNvSpPr/>
      </dsp:nvSpPr>
      <dsp:spPr>
        <a:xfrm>
          <a:off x="736474" y="2561778"/>
          <a:ext cx="1827341" cy="10964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Default-Gateway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736474" y="2561778"/>
        <a:ext cx="1827341" cy="1096405"/>
      </dsp:txXfrm>
    </dsp:sp>
    <dsp:sp modelId="{7B9154B4-35F3-4BEE-A89F-F775A6250F24}">
      <dsp:nvSpPr>
        <dsp:cNvPr id="0" name=""/>
        <dsp:cNvSpPr/>
      </dsp:nvSpPr>
      <dsp:spPr>
        <a:xfrm>
          <a:off x="2746550" y="2561778"/>
          <a:ext cx="1827341" cy="109640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Proxy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2746550" y="2561778"/>
        <a:ext cx="1827341" cy="1096405"/>
      </dsp:txXfrm>
    </dsp:sp>
    <dsp:sp modelId="{496EC1A2-DB51-45CE-B788-CF6F4C5F4019}">
      <dsp:nvSpPr>
        <dsp:cNvPr id="0" name=""/>
        <dsp:cNvSpPr/>
      </dsp:nvSpPr>
      <dsp:spPr>
        <a:xfrm>
          <a:off x="4756626" y="2561778"/>
          <a:ext cx="1827341" cy="109640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Portas lógicas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4756626" y="2561778"/>
        <a:ext cx="1827341" cy="1096405"/>
      </dsp:txXfrm>
    </dsp:sp>
    <dsp:sp modelId="{8AE3C59F-C194-4F99-92D2-79DAED1FA13C}">
      <dsp:nvSpPr>
        <dsp:cNvPr id="0" name=""/>
        <dsp:cNvSpPr/>
      </dsp:nvSpPr>
      <dsp:spPr>
        <a:xfrm>
          <a:off x="6766702" y="2561778"/>
          <a:ext cx="1827341" cy="109640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endereço IP estático x Dinâmico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6766702" y="2561778"/>
        <a:ext cx="1827341" cy="1096405"/>
      </dsp:txXfrm>
    </dsp:sp>
    <dsp:sp modelId="{C69B1B0A-B018-4F04-B1DC-AE8D1A8B3F48}">
      <dsp:nvSpPr>
        <dsp:cNvPr id="0" name=""/>
        <dsp:cNvSpPr/>
      </dsp:nvSpPr>
      <dsp:spPr>
        <a:xfrm>
          <a:off x="8776778" y="2561778"/>
          <a:ext cx="1827341" cy="109640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endereço IP público c Privado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8776778" y="2561778"/>
        <a:ext cx="1827341" cy="1096405"/>
      </dsp:txXfrm>
    </dsp:sp>
    <dsp:sp modelId="{5DDF195B-96C8-4DA6-A79D-73C27D24B0BA}">
      <dsp:nvSpPr>
        <dsp:cNvPr id="0" name=""/>
        <dsp:cNvSpPr/>
      </dsp:nvSpPr>
      <dsp:spPr>
        <a:xfrm>
          <a:off x="3751588" y="3840917"/>
          <a:ext cx="1827341" cy="10964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Protocolos de acesso remoto SSH e Telnet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3751588" y="3840917"/>
        <a:ext cx="1827341" cy="1096405"/>
      </dsp:txXfrm>
    </dsp:sp>
    <dsp:sp modelId="{61A5FBD7-87B2-421E-A512-8F13DA12B7C2}">
      <dsp:nvSpPr>
        <dsp:cNvPr id="0" name=""/>
        <dsp:cNvSpPr/>
      </dsp:nvSpPr>
      <dsp:spPr>
        <a:xfrm>
          <a:off x="5761664" y="3840917"/>
          <a:ext cx="1827341" cy="109640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Definição Firewall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5761664" y="3840917"/>
        <a:ext cx="1827341" cy="1096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967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99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2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89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88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42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93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10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78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417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161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032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245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222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675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648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54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FCA513A-D969-4C88-939E-9F1FFB5BCCF8}" type="datetimeFigureOut">
              <a:rPr lang="pt-BR" smtClean="0"/>
              <a:t>18/03/2025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DE1D03A-C1A5-46BF-BABE-A9B2587E6D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349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112D1-FA26-6423-0780-A9454C6A8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21" y="75024"/>
            <a:ext cx="10353762" cy="9704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400" dirty="0"/>
              <a:t>RECAPITULANDO E DANDO CONTINUIDADE</a:t>
            </a:r>
          </a:p>
        </p:txBody>
      </p:sp>
      <p:graphicFrame>
        <p:nvGraphicFramePr>
          <p:cNvPr id="7" name="Espaço Reservado para Conteúdo 2">
            <a:extLst>
              <a:ext uri="{FF2B5EF4-FFF2-40B4-BE49-F238E27FC236}">
                <a16:creationId xmlns:a16="http://schemas.microsoft.com/office/drawing/2014/main" id="{D8B9B302-7E07-E9B4-F9BD-10D3394575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487146"/>
              </p:ext>
            </p:extLst>
          </p:nvPr>
        </p:nvGraphicFramePr>
        <p:xfrm>
          <a:off x="-164593" y="1235255"/>
          <a:ext cx="11340594" cy="4940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C2E8108F-0E83-CDD5-28DD-DF7BC8C918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090" y="5083867"/>
            <a:ext cx="1840237" cy="162554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15916E1-92AC-B73D-23AA-6176FE9FBD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3380" y="5035045"/>
            <a:ext cx="1963883" cy="173476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6977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15</TotalTime>
  <Words>82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Calisto MT</vt:lpstr>
      <vt:lpstr>Wingdings</vt:lpstr>
      <vt:lpstr>Wingdings 2</vt:lpstr>
      <vt:lpstr>Ardósia</vt:lpstr>
      <vt:lpstr>RECAPITULANDO E DANDO CONTINUIDADE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MACOLI</dc:creator>
  <cp:lastModifiedBy>FABIO MACOLI</cp:lastModifiedBy>
  <cp:revision>1</cp:revision>
  <dcterms:created xsi:type="dcterms:W3CDTF">2025-03-18T20:45:53Z</dcterms:created>
  <dcterms:modified xsi:type="dcterms:W3CDTF">2025-03-18T21:01:41Z</dcterms:modified>
</cp:coreProperties>
</file>