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84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B32A29-19EB-4A13-96FE-25C095047905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1A5D1E-CDEB-4637-B192-FEFD392E8427}">
      <dgm:prSet/>
      <dgm:spPr/>
      <dgm:t>
        <a:bodyPr/>
        <a:lstStyle/>
        <a:p>
          <a:r>
            <a:rPr lang="pt-BR" b="1" i="0" baseline="0" dirty="0"/>
            <a:t>Resolução Técnica (Baseada no maior: Matriz 1900)</a:t>
          </a:r>
          <a:endParaRPr lang="en-US" dirty="0"/>
        </a:p>
      </dgm:t>
    </dgm:pt>
    <dgm:pt modelId="{638FB982-403F-4918-8616-58506BC01223}" type="parTrans" cxnId="{B81A271B-EB1E-48EB-AE4E-FFC6970A4F42}">
      <dgm:prSet/>
      <dgm:spPr/>
      <dgm:t>
        <a:bodyPr/>
        <a:lstStyle/>
        <a:p>
          <a:endParaRPr lang="en-US"/>
        </a:p>
      </dgm:t>
    </dgm:pt>
    <dgm:pt modelId="{0FB50DB7-CEAA-46B6-938E-A642ECCA40DB}" type="sibTrans" cxnId="{B81A271B-EB1E-48EB-AE4E-FFC6970A4F42}">
      <dgm:prSet/>
      <dgm:spPr/>
      <dgm:t>
        <a:bodyPr/>
        <a:lstStyle/>
        <a:p>
          <a:endParaRPr lang="en-US"/>
        </a:p>
      </dgm:t>
    </dgm:pt>
    <dgm:pt modelId="{5E1174F9-BBBB-4995-8A5F-C77E495617F8}">
      <dgm:prSet/>
      <dgm:spPr/>
      <dgm:t>
        <a:bodyPr/>
        <a:lstStyle/>
        <a:p>
          <a:r>
            <a:rPr lang="pt-BR" b="1" i="0" baseline="0"/>
            <a:t>1. Identifique a quantidade de bits que serão emprestados:</a:t>
          </a:r>
          <a:endParaRPr lang="en-US"/>
        </a:p>
      </dgm:t>
    </dgm:pt>
    <dgm:pt modelId="{A7F3EDAD-B341-4B66-9967-00A71A758A3F}" type="parTrans" cxnId="{176C8771-2114-4015-BA16-850C0AA3A26F}">
      <dgm:prSet/>
      <dgm:spPr/>
      <dgm:t>
        <a:bodyPr/>
        <a:lstStyle/>
        <a:p>
          <a:endParaRPr lang="en-US"/>
        </a:p>
      </dgm:t>
    </dgm:pt>
    <dgm:pt modelId="{9F7CC9B1-E8E4-496E-9D10-BD128C5DEEFD}" type="sibTrans" cxnId="{176C8771-2114-4015-BA16-850C0AA3A26F}">
      <dgm:prSet/>
      <dgm:spPr/>
      <dgm:t>
        <a:bodyPr/>
        <a:lstStyle/>
        <a:p>
          <a:endParaRPr lang="en-US"/>
        </a:p>
      </dgm:t>
    </dgm:pt>
    <dgm:pt modelId="{0A8E5FFB-6FCD-4DAD-BD10-BB590357C9DD}">
      <dgm:prSet/>
      <dgm:spPr/>
      <dgm:t>
        <a:bodyPr/>
        <a:lstStyle/>
        <a:p>
          <a:r>
            <a:rPr lang="pt-BR" b="0" i="0" baseline="0"/>
            <a:t>Precisamos de 1900 IPs. A potência de 2 ideal é $2^{11} = 2048$.</a:t>
          </a:r>
          <a:endParaRPr lang="en-US"/>
        </a:p>
      </dgm:t>
    </dgm:pt>
    <dgm:pt modelId="{FD64C03E-49F5-413C-85AB-66C02287527D}" type="parTrans" cxnId="{51651738-EA4E-44D7-931C-AE0CF0D0D724}">
      <dgm:prSet/>
      <dgm:spPr/>
      <dgm:t>
        <a:bodyPr/>
        <a:lstStyle/>
        <a:p>
          <a:endParaRPr lang="en-US"/>
        </a:p>
      </dgm:t>
    </dgm:pt>
    <dgm:pt modelId="{8E60EE10-6210-49A5-8DB7-DDECED52AE2B}" type="sibTrans" cxnId="{51651738-EA4E-44D7-931C-AE0CF0D0D724}">
      <dgm:prSet/>
      <dgm:spPr/>
      <dgm:t>
        <a:bodyPr/>
        <a:lstStyle/>
        <a:p>
          <a:endParaRPr lang="en-US"/>
        </a:p>
      </dgm:t>
    </dgm:pt>
    <dgm:pt modelId="{9743472E-2A73-49A7-B54D-49EF05564787}">
      <dgm:prSet/>
      <dgm:spPr/>
      <dgm:t>
        <a:bodyPr/>
        <a:lstStyle/>
        <a:p>
          <a:r>
            <a:rPr lang="pt-BR" b="0" i="0" baseline="0"/>
            <a:t>Se usamos 11 bits para Host, sobram 21 para Rede ($32 - 11 = 21$).</a:t>
          </a:r>
          <a:endParaRPr lang="en-US"/>
        </a:p>
      </dgm:t>
    </dgm:pt>
    <dgm:pt modelId="{63713571-9C1B-428D-9FB7-79FDACEB5FC0}" type="parTrans" cxnId="{AEEEE13D-80C1-4083-AD03-403FE82F7A2F}">
      <dgm:prSet/>
      <dgm:spPr/>
      <dgm:t>
        <a:bodyPr/>
        <a:lstStyle/>
        <a:p>
          <a:endParaRPr lang="en-US"/>
        </a:p>
      </dgm:t>
    </dgm:pt>
    <dgm:pt modelId="{A0D31B38-F3EC-4AB1-8039-DE58FE0208B6}" type="sibTrans" cxnId="{AEEEE13D-80C1-4083-AD03-403FE82F7A2F}">
      <dgm:prSet/>
      <dgm:spPr/>
      <dgm:t>
        <a:bodyPr/>
        <a:lstStyle/>
        <a:p>
          <a:endParaRPr lang="en-US"/>
        </a:p>
      </dgm:t>
    </dgm:pt>
    <dgm:pt modelId="{AEA21147-7172-4424-8E39-3F101094D8C1}">
      <dgm:prSet/>
      <dgm:spPr/>
      <dgm:t>
        <a:bodyPr/>
        <a:lstStyle/>
        <a:p>
          <a:r>
            <a:rPr lang="pt-BR" b="0" i="0" baseline="0"/>
            <a:t>Como a Classe B original é /16, emprestamos </a:t>
          </a:r>
          <a:r>
            <a:rPr lang="pt-BR" b="1" i="0" baseline="0"/>
            <a:t>5 bits</a:t>
          </a:r>
          <a:r>
            <a:rPr lang="pt-BR" b="0" i="0" baseline="0"/>
            <a:t> do terceiro octeto ($16 + 5 = 21$).</a:t>
          </a:r>
          <a:endParaRPr lang="en-US"/>
        </a:p>
      </dgm:t>
    </dgm:pt>
    <dgm:pt modelId="{EE63027B-DD5B-40AD-9B0E-4239D15B0B00}" type="parTrans" cxnId="{B824358E-97F4-4403-A3A7-DA40E1466E08}">
      <dgm:prSet/>
      <dgm:spPr/>
      <dgm:t>
        <a:bodyPr/>
        <a:lstStyle/>
        <a:p>
          <a:endParaRPr lang="en-US"/>
        </a:p>
      </dgm:t>
    </dgm:pt>
    <dgm:pt modelId="{231F1C89-1DE7-41E1-9800-B2352E3C077F}" type="sibTrans" cxnId="{B824358E-97F4-4403-A3A7-DA40E1466E08}">
      <dgm:prSet/>
      <dgm:spPr/>
      <dgm:t>
        <a:bodyPr/>
        <a:lstStyle/>
        <a:p>
          <a:endParaRPr lang="en-US"/>
        </a:p>
      </dgm:t>
    </dgm:pt>
    <dgm:pt modelId="{BDC7014A-85C3-4239-9463-060BC4DC596D}">
      <dgm:prSet/>
      <dgm:spPr/>
      <dgm:t>
        <a:bodyPr/>
        <a:lstStyle/>
        <a:p>
          <a:r>
            <a:rPr lang="pt-BR" b="1" i="0" baseline="0"/>
            <a:t>2. Identifique a quantidade de bits que irão sobrar (Hosts):</a:t>
          </a:r>
          <a:endParaRPr lang="en-US"/>
        </a:p>
      </dgm:t>
    </dgm:pt>
    <dgm:pt modelId="{DA693C40-F116-4BD8-8005-18C7084A221A}" type="parTrans" cxnId="{8A24FCC6-966E-4A16-9E21-64762831BAD1}">
      <dgm:prSet/>
      <dgm:spPr/>
      <dgm:t>
        <a:bodyPr/>
        <a:lstStyle/>
        <a:p>
          <a:endParaRPr lang="en-US"/>
        </a:p>
      </dgm:t>
    </dgm:pt>
    <dgm:pt modelId="{F3BDB07C-69EE-4A42-8D3A-400A034CBF49}" type="sibTrans" cxnId="{8A24FCC6-966E-4A16-9E21-64762831BAD1}">
      <dgm:prSet/>
      <dgm:spPr/>
      <dgm:t>
        <a:bodyPr/>
        <a:lstStyle/>
        <a:p>
          <a:endParaRPr lang="en-US"/>
        </a:p>
      </dgm:t>
    </dgm:pt>
    <dgm:pt modelId="{812F4F50-B305-4268-9737-D1D943DCC927}">
      <dgm:prSet/>
      <dgm:spPr/>
      <dgm:t>
        <a:bodyPr/>
        <a:lstStyle/>
        <a:p>
          <a:r>
            <a:rPr lang="pt-BR" b="0" i="0" baseline="0"/>
            <a:t>Sobram </a:t>
          </a:r>
          <a:r>
            <a:rPr lang="pt-BR" b="1" i="0" baseline="0"/>
            <a:t>11 bits</a:t>
          </a:r>
          <a:r>
            <a:rPr lang="pt-BR" b="0" i="0" baseline="0"/>
            <a:t> para endereçar as máquinas.</a:t>
          </a:r>
          <a:endParaRPr lang="en-US"/>
        </a:p>
      </dgm:t>
    </dgm:pt>
    <dgm:pt modelId="{17D198A0-4753-4682-AC0A-E74F03465D39}" type="parTrans" cxnId="{31E3316B-8C4D-41E7-8D60-E35521610D7A}">
      <dgm:prSet/>
      <dgm:spPr/>
      <dgm:t>
        <a:bodyPr/>
        <a:lstStyle/>
        <a:p>
          <a:endParaRPr lang="en-US"/>
        </a:p>
      </dgm:t>
    </dgm:pt>
    <dgm:pt modelId="{59AC4D63-60EE-4952-9ACA-FB64BA940780}" type="sibTrans" cxnId="{31E3316B-8C4D-41E7-8D60-E35521610D7A}">
      <dgm:prSet/>
      <dgm:spPr/>
      <dgm:t>
        <a:bodyPr/>
        <a:lstStyle/>
        <a:p>
          <a:endParaRPr lang="en-US"/>
        </a:p>
      </dgm:t>
    </dgm:pt>
    <dgm:pt modelId="{9F5472D6-E79C-44B8-AA41-8CE055FF7D04}">
      <dgm:prSet/>
      <dgm:spPr/>
      <dgm:t>
        <a:bodyPr/>
        <a:lstStyle/>
        <a:p>
          <a:r>
            <a:rPr lang="pt-BR" b="1" i="0" baseline="0"/>
            <a:t>3. Identifique a quantidade de Hosts disponíveis:</a:t>
          </a:r>
          <a:endParaRPr lang="en-US"/>
        </a:p>
      </dgm:t>
    </dgm:pt>
    <dgm:pt modelId="{C413DB74-C079-4930-B415-5BDEC13BFF90}" type="parTrans" cxnId="{58C6663E-1F5B-487A-8FCA-1A4AB09C4032}">
      <dgm:prSet/>
      <dgm:spPr/>
      <dgm:t>
        <a:bodyPr/>
        <a:lstStyle/>
        <a:p>
          <a:endParaRPr lang="en-US"/>
        </a:p>
      </dgm:t>
    </dgm:pt>
    <dgm:pt modelId="{1D63FA5D-6103-4FCE-8B5D-CB2FE0D57963}" type="sibTrans" cxnId="{58C6663E-1F5B-487A-8FCA-1A4AB09C4032}">
      <dgm:prSet/>
      <dgm:spPr/>
      <dgm:t>
        <a:bodyPr/>
        <a:lstStyle/>
        <a:p>
          <a:endParaRPr lang="en-US"/>
        </a:p>
      </dgm:t>
    </dgm:pt>
    <dgm:pt modelId="{4BE0115F-58D9-4333-95D6-26233CD4709F}">
      <dgm:prSet/>
      <dgm:spPr/>
      <dgm:t>
        <a:bodyPr/>
        <a:lstStyle/>
        <a:p>
          <a:r>
            <a:rPr lang="pt-BR" b="0" i="0" baseline="0"/>
            <a:t>$2^{11} - 2 = \mathbf{2046}$ IPs utilizáveis por sub-rede.</a:t>
          </a:r>
          <a:endParaRPr lang="en-US"/>
        </a:p>
      </dgm:t>
    </dgm:pt>
    <dgm:pt modelId="{E0C0A42F-D23F-4C6F-994C-F7110B7074B5}" type="parTrans" cxnId="{C12C17D1-8EDA-4811-BC17-443D3ACEEC21}">
      <dgm:prSet/>
      <dgm:spPr/>
      <dgm:t>
        <a:bodyPr/>
        <a:lstStyle/>
        <a:p>
          <a:endParaRPr lang="en-US"/>
        </a:p>
      </dgm:t>
    </dgm:pt>
    <dgm:pt modelId="{DD1299FF-7B4B-48C9-BD0A-6E180DBAAD73}" type="sibTrans" cxnId="{C12C17D1-8EDA-4811-BC17-443D3ACEEC21}">
      <dgm:prSet/>
      <dgm:spPr/>
      <dgm:t>
        <a:bodyPr/>
        <a:lstStyle/>
        <a:p>
          <a:endParaRPr lang="en-US"/>
        </a:p>
      </dgm:t>
    </dgm:pt>
    <dgm:pt modelId="{A57709E4-185D-45BA-9A3F-0A0E1321ACEC}">
      <dgm:prSet/>
      <dgm:spPr/>
      <dgm:t>
        <a:bodyPr/>
        <a:lstStyle/>
        <a:p>
          <a:r>
            <a:rPr lang="pt-BR" b="1" i="0" baseline="0"/>
            <a:t>4. Identifique a quantidade de intervalos, variação e qtde de IPs:</a:t>
          </a:r>
          <a:endParaRPr lang="en-US"/>
        </a:p>
      </dgm:t>
    </dgm:pt>
    <dgm:pt modelId="{B28AAE23-C781-4538-B223-722358303F37}" type="parTrans" cxnId="{C484CEC6-2038-461D-BD78-7F924D9D0821}">
      <dgm:prSet/>
      <dgm:spPr/>
      <dgm:t>
        <a:bodyPr/>
        <a:lstStyle/>
        <a:p>
          <a:endParaRPr lang="en-US"/>
        </a:p>
      </dgm:t>
    </dgm:pt>
    <dgm:pt modelId="{49B87881-C921-4457-BA02-1407D79BF28A}" type="sibTrans" cxnId="{C484CEC6-2038-461D-BD78-7F924D9D0821}">
      <dgm:prSet/>
      <dgm:spPr/>
      <dgm:t>
        <a:bodyPr/>
        <a:lstStyle/>
        <a:p>
          <a:endParaRPr lang="en-US"/>
        </a:p>
      </dgm:t>
    </dgm:pt>
    <dgm:pt modelId="{B9E2EC0E-98CA-450B-ADD3-3382F228C067}">
      <dgm:prSet/>
      <dgm:spPr/>
      <dgm:t>
        <a:bodyPr/>
        <a:lstStyle/>
        <a:p>
          <a:r>
            <a:rPr lang="pt-BR" b="1" i="0" baseline="0"/>
            <a:t>Intervalos:</a:t>
          </a:r>
          <a:r>
            <a:rPr lang="pt-BR" b="0" i="0" baseline="0"/>
            <a:t> $2^5$ (bits emprestados) = </a:t>
          </a:r>
          <a:r>
            <a:rPr lang="pt-BR" b="1" i="0" baseline="0"/>
            <a:t>32 sub-redes</a:t>
          </a:r>
          <a:r>
            <a:rPr lang="pt-BR" b="0" i="0" baseline="0"/>
            <a:t>.</a:t>
          </a:r>
          <a:endParaRPr lang="en-US"/>
        </a:p>
      </dgm:t>
    </dgm:pt>
    <dgm:pt modelId="{23AC3DF6-7BF6-4616-B8B5-9B5D786FECB5}" type="parTrans" cxnId="{C4EC17BD-7DD7-46DA-B068-8D0D21863DD7}">
      <dgm:prSet/>
      <dgm:spPr/>
      <dgm:t>
        <a:bodyPr/>
        <a:lstStyle/>
        <a:p>
          <a:endParaRPr lang="en-US"/>
        </a:p>
      </dgm:t>
    </dgm:pt>
    <dgm:pt modelId="{9D9A8D7C-14F9-4DE0-9C91-AD11DCE8CFBD}" type="sibTrans" cxnId="{C4EC17BD-7DD7-46DA-B068-8D0D21863DD7}">
      <dgm:prSet/>
      <dgm:spPr/>
      <dgm:t>
        <a:bodyPr/>
        <a:lstStyle/>
        <a:p>
          <a:endParaRPr lang="en-US"/>
        </a:p>
      </dgm:t>
    </dgm:pt>
    <dgm:pt modelId="{292FECFB-D20E-4F85-BDB4-98450CA677FB}">
      <dgm:prSet/>
      <dgm:spPr/>
      <dgm:t>
        <a:bodyPr/>
        <a:lstStyle/>
        <a:p>
          <a:r>
            <a:rPr lang="pt-BR" b="1" i="0" baseline="0"/>
            <a:t>Variação (Salto):</a:t>
          </a:r>
          <a:r>
            <a:rPr lang="pt-BR" b="0" i="0" baseline="0"/>
            <a:t> O último bit de rede ligado no 3º octeto vale </a:t>
          </a:r>
          <a:r>
            <a:rPr lang="pt-BR" b="1" i="0" baseline="0"/>
            <a:t>8</a:t>
          </a:r>
          <a:r>
            <a:rPr lang="pt-BR" b="0" i="0" baseline="0"/>
            <a:t>. Logo, o salto é de </a:t>
          </a:r>
          <a:r>
            <a:rPr lang="pt-BR" b="1" i="0" baseline="0"/>
            <a:t>8 em 8</a:t>
          </a:r>
          <a:r>
            <a:rPr lang="pt-BR" b="0" i="0" baseline="0"/>
            <a:t>.</a:t>
          </a:r>
          <a:endParaRPr lang="en-US"/>
        </a:p>
      </dgm:t>
    </dgm:pt>
    <dgm:pt modelId="{43E5C9E8-7124-49B9-8D53-811F697C9D99}" type="parTrans" cxnId="{AEECD7DC-03E4-46E8-9063-A3DA0D2B8806}">
      <dgm:prSet/>
      <dgm:spPr/>
      <dgm:t>
        <a:bodyPr/>
        <a:lstStyle/>
        <a:p>
          <a:endParaRPr lang="en-US"/>
        </a:p>
      </dgm:t>
    </dgm:pt>
    <dgm:pt modelId="{ECDB5BD8-006E-47E7-8842-506411865E50}" type="sibTrans" cxnId="{AEECD7DC-03E4-46E8-9063-A3DA0D2B8806}">
      <dgm:prSet/>
      <dgm:spPr/>
      <dgm:t>
        <a:bodyPr/>
        <a:lstStyle/>
        <a:p>
          <a:endParaRPr lang="en-US"/>
        </a:p>
      </dgm:t>
    </dgm:pt>
    <dgm:pt modelId="{6577BF22-8464-4B43-A7AB-0B643938C1C0}">
      <dgm:prSet/>
      <dgm:spPr/>
      <dgm:t>
        <a:bodyPr/>
        <a:lstStyle/>
        <a:p>
          <a:r>
            <a:rPr lang="pt-BR" b="1" i="0" baseline="0"/>
            <a:t>Qtde de IPs totais:</a:t>
          </a:r>
          <a:r>
            <a:rPr lang="pt-BR" b="0" i="0" baseline="0"/>
            <a:t> 2048 por intervalo.</a:t>
          </a:r>
          <a:endParaRPr lang="en-US"/>
        </a:p>
      </dgm:t>
    </dgm:pt>
    <dgm:pt modelId="{9D5D2841-9096-4AFC-AD85-061F72F2F39A}" type="parTrans" cxnId="{773DE782-DFC7-48D1-877D-55630C61261F}">
      <dgm:prSet/>
      <dgm:spPr/>
      <dgm:t>
        <a:bodyPr/>
        <a:lstStyle/>
        <a:p>
          <a:endParaRPr lang="en-US"/>
        </a:p>
      </dgm:t>
    </dgm:pt>
    <dgm:pt modelId="{8DDAEC2C-189F-4F58-BC24-FFC8E578B1EA}" type="sibTrans" cxnId="{773DE782-DFC7-48D1-877D-55630C61261F}">
      <dgm:prSet/>
      <dgm:spPr/>
      <dgm:t>
        <a:bodyPr/>
        <a:lstStyle/>
        <a:p>
          <a:endParaRPr lang="en-US"/>
        </a:p>
      </dgm:t>
    </dgm:pt>
    <dgm:pt modelId="{93FD3A52-59A0-4C77-B60E-CA89D539A467}">
      <dgm:prSet/>
      <dgm:spPr/>
      <dgm:t>
        <a:bodyPr/>
        <a:lstStyle/>
        <a:p>
          <a:r>
            <a:rPr lang="pt-BR" b="1" i="0" baseline="0"/>
            <a:t>5. Identifique a máscara de sub-rede:</a:t>
          </a:r>
          <a:endParaRPr lang="en-US"/>
        </a:p>
      </dgm:t>
    </dgm:pt>
    <dgm:pt modelId="{9A6B065E-AF38-4477-9978-E167680E51CE}" type="parTrans" cxnId="{9DA7936B-90CF-4E9F-966C-0E37A023A3C7}">
      <dgm:prSet/>
      <dgm:spPr/>
      <dgm:t>
        <a:bodyPr/>
        <a:lstStyle/>
        <a:p>
          <a:endParaRPr lang="en-US"/>
        </a:p>
      </dgm:t>
    </dgm:pt>
    <dgm:pt modelId="{3470BED8-6B2B-4850-94CB-8B8481C37F0C}" type="sibTrans" cxnId="{9DA7936B-90CF-4E9F-966C-0E37A023A3C7}">
      <dgm:prSet/>
      <dgm:spPr/>
      <dgm:t>
        <a:bodyPr/>
        <a:lstStyle/>
        <a:p>
          <a:endParaRPr lang="en-US"/>
        </a:p>
      </dgm:t>
    </dgm:pt>
    <dgm:pt modelId="{83D841A4-2F1E-4266-8795-70E10F5724AE}">
      <dgm:prSet/>
      <dgm:spPr/>
      <dgm:t>
        <a:bodyPr/>
        <a:lstStyle/>
        <a:p>
          <a:r>
            <a:rPr lang="pt-BR" b="0" i="0" baseline="0"/>
            <a:t>Somando os 5 bits no 3º octeto: $128+64+32+16+8 = \mathbf{248}$.</a:t>
          </a:r>
          <a:endParaRPr lang="en-US"/>
        </a:p>
      </dgm:t>
    </dgm:pt>
    <dgm:pt modelId="{8F2C4775-A44B-4811-B8F1-4231BB50331E}" type="parTrans" cxnId="{B9B47C15-EB9D-4BEA-8A82-49C86715D33C}">
      <dgm:prSet/>
      <dgm:spPr/>
      <dgm:t>
        <a:bodyPr/>
        <a:lstStyle/>
        <a:p>
          <a:endParaRPr lang="en-US"/>
        </a:p>
      </dgm:t>
    </dgm:pt>
    <dgm:pt modelId="{5B409FFD-A07D-44DC-BCEA-C15E4210C80D}" type="sibTrans" cxnId="{B9B47C15-EB9D-4BEA-8A82-49C86715D33C}">
      <dgm:prSet/>
      <dgm:spPr/>
      <dgm:t>
        <a:bodyPr/>
        <a:lstStyle/>
        <a:p>
          <a:endParaRPr lang="en-US"/>
        </a:p>
      </dgm:t>
    </dgm:pt>
    <dgm:pt modelId="{2A75B236-4B9E-4706-99C8-3E825458B8C4}">
      <dgm:prSet/>
      <dgm:spPr/>
      <dgm:t>
        <a:bodyPr/>
        <a:lstStyle/>
        <a:p>
          <a:r>
            <a:rPr lang="pt-BR" b="0" i="0" baseline="0"/>
            <a:t>Máscara: 255.255.248.0.</a:t>
          </a:r>
          <a:endParaRPr lang="en-US"/>
        </a:p>
      </dgm:t>
    </dgm:pt>
    <dgm:pt modelId="{803B7ADA-85F9-4ECB-A499-D8CE5345B8FC}" type="parTrans" cxnId="{3F32BBD1-2A95-4EAD-A065-9EB85A1C9C73}">
      <dgm:prSet/>
      <dgm:spPr/>
      <dgm:t>
        <a:bodyPr/>
        <a:lstStyle/>
        <a:p>
          <a:endParaRPr lang="en-US"/>
        </a:p>
      </dgm:t>
    </dgm:pt>
    <dgm:pt modelId="{4C2033B5-9E8B-4CF7-B0DE-F8C1A62D803C}" type="sibTrans" cxnId="{3F32BBD1-2A95-4EAD-A065-9EB85A1C9C73}">
      <dgm:prSet/>
      <dgm:spPr/>
      <dgm:t>
        <a:bodyPr/>
        <a:lstStyle/>
        <a:p>
          <a:endParaRPr lang="en-US"/>
        </a:p>
      </dgm:t>
    </dgm:pt>
    <dgm:pt modelId="{69196559-7AEC-456D-A623-870872A21600}">
      <dgm:prSet/>
      <dgm:spPr/>
      <dgm:t>
        <a:bodyPr/>
        <a:lstStyle/>
        <a:p>
          <a:r>
            <a:rPr lang="pt-BR" b="1" i="0" baseline="0"/>
            <a:t>6. Identifique a representação em barra:</a:t>
          </a:r>
          <a:endParaRPr lang="en-US"/>
        </a:p>
      </dgm:t>
    </dgm:pt>
    <dgm:pt modelId="{DAFF4563-3526-4CF5-9F77-F9E711601098}" type="parTrans" cxnId="{25899536-7F87-4AF3-B131-68FC5365831B}">
      <dgm:prSet/>
      <dgm:spPr/>
      <dgm:t>
        <a:bodyPr/>
        <a:lstStyle/>
        <a:p>
          <a:endParaRPr lang="en-US"/>
        </a:p>
      </dgm:t>
    </dgm:pt>
    <dgm:pt modelId="{52DB9FC3-57A4-487E-BA9D-516578622C27}" type="sibTrans" cxnId="{25899536-7F87-4AF3-B131-68FC5365831B}">
      <dgm:prSet/>
      <dgm:spPr/>
      <dgm:t>
        <a:bodyPr/>
        <a:lstStyle/>
        <a:p>
          <a:endParaRPr lang="en-US"/>
        </a:p>
      </dgm:t>
    </dgm:pt>
    <dgm:pt modelId="{68406647-B536-4D9C-B646-DA8165F49A3A}">
      <dgm:prSet/>
      <dgm:spPr/>
      <dgm:t>
        <a:bodyPr/>
        <a:lstStyle/>
        <a:p>
          <a:r>
            <a:rPr lang="pt-BR" b="1" i="0" baseline="0"/>
            <a:t>/21</a:t>
          </a:r>
          <a:r>
            <a:rPr lang="pt-BR" b="0" i="0" baseline="0"/>
            <a:t>.</a:t>
          </a:r>
          <a:endParaRPr lang="en-US"/>
        </a:p>
      </dgm:t>
    </dgm:pt>
    <dgm:pt modelId="{74D482DC-5D5F-4293-AD16-D1D972B8BF2E}" type="parTrans" cxnId="{CD68C181-9C52-4730-83F0-87685B252BA8}">
      <dgm:prSet/>
      <dgm:spPr/>
      <dgm:t>
        <a:bodyPr/>
        <a:lstStyle/>
        <a:p>
          <a:endParaRPr lang="en-US"/>
        </a:p>
      </dgm:t>
    </dgm:pt>
    <dgm:pt modelId="{CADCF126-8299-4792-B1F4-9AB93E947EB8}" type="sibTrans" cxnId="{CD68C181-9C52-4730-83F0-87685B252BA8}">
      <dgm:prSet/>
      <dgm:spPr/>
      <dgm:t>
        <a:bodyPr/>
        <a:lstStyle/>
        <a:p>
          <a:endParaRPr lang="en-US"/>
        </a:p>
      </dgm:t>
    </dgm:pt>
    <dgm:pt modelId="{373270BB-D041-4873-B700-76F0CC655DC3}" type="pres">
      <dgm:prSet presAssocID="{E2B32A29-19EB-4A13-96FE-25C095047905}" presName="diagram" presStyleCnt="0">
        <dgm:presLayoutVars>
          <dgm:dir/>
          <dgm:resizeHandles val="exact"/>
        </dgm:presLayoutVars>
      </dgm:prSet>
      <dgm:spPr/>
    </dgm:pt>
    <dgm:pt modelId="{5C659371-2CCF-49A1-8F20-6F6276985947}" type="pres">
      <dgm:prSet presAssocID="{E81A5D1E-CDEB-4637-B192-FEFD392E8427}" presName="node" presStyleLbl="node1" presStyleIdx="0" presStyleCnt="18">
        <dgm:presLayoutVars>
          <dgm:bulletEnabled val="1"/>
        </dgm:presLayoutVars>
      </dgm:prSet>
      <dgm:spPr/>
    </dgm:pt>
    <dgm:pt modelId="{E1E809C6-1085-447B-B31B-A80CA0F990DD}" type="pres">
      <dgm:prSet presAssocID="{0FB50DB7-CEAA-46B6-938E-A642ECCA40DB}" presName="sibTrans" presStyleCnt="0"/>
      <dgm:spPr/>
    </dgm:pt>
    <dgm:pt modelId="{318A577E-83D5-4701-A1FC-1D0284F589DD}" type="pres">
      <dgm:prSet presAssocID="{5E1174F9-BBBB-4995-8A5F-C77E495617F8}" presName="node" presStyleLbl="node1" presStyleIdx="1" presStyleCnt="18">
        <dgm:presLayoutVars>
          <dgm:bulletEnabled val="1"/>
        </dgm:presLayoutVars>
      </dgm:prSet>
      <dgm:spPr/>
    </dgm:pt>
    <dgm:pt modelId="{8445EC6F-1DE4-44D3-9B6B-1C29E8DF2D09}" type="pres">
      <dgm:prSet presAssocID="{9F7CC9B1-E8E4-496E-9D10-BD128C5DEEFD}" presName="sibTrans" presStyleCnt="0"/>
      <dgm:spPr/>
    </dgm:pt>
    <dgm:pt modelId="{B75753DC-0D97-411B-8648-3E390096AE4E}" type="pres">
      <dgm:prSet presAssocID="{0A8E5FFB-6FCD-4DAD-BD10-BB590357C9DD}" presName="node" presStyleLbl="node1" presStyleIdx="2" presStyleCnt="18">
        <dgm:presLayoutVars>
          <dgm:bulletEnabled val="1"/>
        </dgm:presLayoutVars>
      </dgm:prSet>
      <dgm:spPr/>
    </dgm:pt>
    <dgm:pt modelId="{80C18F8B-2625-4888-81A2-08E17A899FDE}" type="pres">
      <dgm:prSet presAssocID="{8E60EE10-6210-49A5-8DB7-DDECED52AE2B}" presName="sibTrans" presStyleCnt="0"/>
      <dgm:spPr/>
    </dgm:pt>
    <dgm:pt modelId="{BCD1E873-3E0D-4158-8147-212E1C136A82}" type="pres">
      <dgm:prSet presAssocID="{9743472E-2A73-49A7-B54D-49EF05564787}" presName="node" presStyleLbl="node1" presStyleIdx="3" presStyleCnt="18">
        <dgm:presLayoutVars>
          <dgm:bulletEnabled val="1"/>
        </dgm:presLayoutVars>
      </dgm:prSet>
      <dgm:spPr/>
    </dgm:pt>
    <dgm:pt modelId="{8A3C72F3-8727-44D9-9ED7-5109BAA9B6AE}" type="pres">
      <dgm:prSet presAssocID="{A0D31B38-F3EC-4AB1-8039-DE58FE0208B6}" presName="sibTrans" presStyleCnt="0"/>
      <dgm:spPr/>
    </dgm:pt>
    <dgm:pt modelId="{2657C632-1967-4B30-B6E1-19BB98002CEA}" type="pres">
      <dgm:prSet presAssocID="{AEA21147-7172-4424-8E39-3F101094D8C1}" presName="node" presStyleLbl="node1" presStyleIdx="4" presStyleCnt="18">
        <dgm:presLayoutVars>
          <dgm:bulletEnabled val="1"/>
        </dgm:presLayoutVars>
      </dgm:prSet>
      <dgm:spPr/>
    </dgm:pt>
    <dgm:pt modelId="{0637C992-4EC8-4DDC-9244-4CB626084FD3}" type="pres">
      <dgm:prSet presAssocID="{231F1C89-1DE7-41E1-9800-B2352E3C077F}" presName="sibTrans" presStyleCnt="0"/>
      <dgm:spPr/>
    </dgm:pt>
    <dgm:pt modelId="{A765E32D-581F-4723-A113-36AA0A4C4529}" type="pres">
      <dgm:prSet presAssocID="{BDC7014A-85C3-4239-9463-060BC4DC596D}" presName="node" presStyleLbl="node1" presStyleIdx="5" presStyleCnt="18">
        <dgm:presLayoutVars>
          <dgm:bulletEnabled val="1"/>
        </dgm:presLayoutVars>
      </dgm:prSet>
      <dgm:spPr/>
    </dgm:pt>
    <dgm:pt modelId="{32593E77-13F2-44B9-A54F-91714F0B6E34}" type="pres">
      <dgm:prSet presAssocID="{F3BDB07C-69EE-4A42-8D3A-400A034CBF49}" presName="sibTrans" presStyleCnt="0"/>
      <dgm:spPr/>
    </dgm:pt>
    <dgm:pt modelId="{354327B9-10D6-4483-ADD1-72778DE9B610}" type="pres">
      <dgm:prSet presAssocID="{812F4F50-B305-4268-9737-D1D943DCC927}" presName="node" presStyleLbl="node1" presStyleIdx="6" presStyleCnt="18">
        <dgm:presLayoutVars>
          <dgm:bulletEnabled val="1"/>
        </dgm:presLayoutVars>
      </dgm:prSet>
      <dgm:spPr/>
    </dgm:pt>
    <dgm:pt modelId="{53EB592D-E408-4B19-8FDD-2216947B7E23}" type="pres">
      <dgm:prSet presAssocID="{59AC4D63-60EE-4952-9ACA-FB64BA940780}" presName="sibTrans" presStyleCnt="0"/>
      <dgm:spPr/>
    </dgm:pt>
    <dgm:pt modelId="{84879646-B915-4B65-86A9-A24B42FDAC6B}" type="pres">
      <dgm:prSet presAssocID="{9F5472D6-E79C-44B8-AA41-8CE055FF7D04}" presName="node" presStyleLbl="node1" presStyleIdx="7" presStyleCnt="18">
        <dgm:presLayoutVars>
          <dgm:bulletEnabled val="1"/>
        </dgm:presLayoutVars>
      </dgm:prSet>
      <dgm:spPr/>
    </dgm:pt>
    <dgm:pt modelId="{E2BEE05F-F39E-4687-BE95-E803E6C4A787}" type="pres">
      <dgm:prSet presAssocID="{1D63FA5D-6103-4FCE-8B5D-CB2FE0D57963}" presName="sibTrans" presStyleCnt="0"/>
      <dgm:spPr/>
    </dgm:pt>
    <dgm:pt modelId="{51C066A0-FBEB-4EB7-A779-1A5D8AB517FD}" type="pres">
      <dgm:prSet presAssocID="{4BE0115F-58D9-4333-95D6-26233CD4709F}" presName="node" presStyleLbl="node1" presStyleIdx="8" presStyleCnt="18">
        <dgm:presLayoutVars>
          <dgm:bulletEnabled val="1"/>
        </dgm:presLayoutVars>
      </dgm:prSet>
      <dgm:spPr/>
    </dgm:pt>
    <dgm:pt modelId="{5EA13BC6-8C1C-47B1-9053-D26DA785A72E}" type="pres">
      <dgm:prSet presAssocID="{DD1299FF-7B4B-48C9-BD0A-6E180DBAAD73}" presName="sibTrans" presStyleCnt="0"/>
      <dgm:spPr/>
    </dgm:pt>
    <dgm:pt modelId="{C84AD09F-8D72-4E7B-A93C-946E1EDED8EF}" type="pres">
      <dgm:prSet presAssocID="{A57709E4-185D-45BA-9A3F-0A0E1321ACEC}" presName="node" presStyleLbl="node1" presStyleIdx="9" presStyleCnt="18">
        <dgm:presLayoutVars>
          <dgm:bulletEnabled val="1"/>
        </dgm:presLayoutVars>
      </dgm:prSet>
      <dgm:spPr/>
    </dgm:pt>
    <dgm:pt modelId="{BEA63C0A-5B35-4E35-9124-B5E3FC3F05AE}" type="pres">
      <dgm:prSet presAssocID="{49B87881-C921-4457-BA02-1407D79BF28A}" presName="sibTrans" presStyleCnt="0"/>
      <dgm:spPr/>
    </dgm:pt>
    <dgm:pt modelId="{BBB2BC80-E408-44C3-98D6-E9490E7C67EF}" type="pres">
      <dgm:prSet presAssocID="{B9E2EC0E-98CA-450B-ADD3-3382F228C067}" presName="node" presStyleLbl="node1" presStyleIdx="10" presStyleCnt="18">
        <dgm:presLayoutVars>
          <dgm:bulletEnabled val="1"/>
        </dgm:presLayoutVars>
      </dgm:prSet>
      <dgm:spPr/>
    </dgm:pt>
    <dgm:pt modelId="{C27C75CC-3123-43BE-AC93-C9F3C08E0158}" type="pres">
      <dgm:prSet presAssocID="{9D9A8D7C-14F9-4DE0-9C91-AD11DCE8CFBD}" presName="sibTrans" presStyleCnt="0"/>
      <dgm:spPr/>
    </dgm:pt>
    <dgm:pt modelId="{FE5BDB22-5816-4DC9-94B8-DE6F74EC7E0B}" type="pres">
      <dgm:prSet presAssocID="{292FECFB-D20E-4F85-BDB4-98450CA677FB}" presName="node" presStyleLbl="node1" presStyleIdx="11" presStyleCnt="18">
        <dgm:presLayoutVars>
          <dgm:bulletEnabled val="1"/>
        </dgm:presLayoutVars>
      </dgm:prSet>
      <dgm:spPr/>
    </dgm:pt>
    <dgm:pt modelId="{75478249-072E-4CCC-B988-9DFB45C40B0C}" type="pres">
      <dgm:prSet presAssocID="{ECDB5BD8-006E-47E7-8842-506411865E50}" presName="sibTrans" presStyleCnt="0"/>
      <dgm:spPr/>
    </dgm:pt>
    <dgm:pt modelId="{E89B8BC5-74A7-469C-A7C6-C6B85A748A5B}" type="pres">
      <dgm:prSet presAssocID="{6577BF22-8464-4B43-A7AB-0B643938C1C0}" presName="node" presStyleLbl="node1" presStyleIdx="12" presStyleCnt="18">
        <dgm:presLayoutVars>
          <dgm:bulletEnabled val="1"/>
        </dgm:presLayoutVars>
      </dgm:prSet>
      <dgm:spPr/>
    </dgm:pt>
    <dgm:pt modelId="{0D97ACC7-5E4F-44CC-972D-847EBEABF220}" type="pres">
      <dgm:prSet presAssocID="{8DDAEC2C-189F-4F58-BC24-FFC8E578B1EA}" presName="sibTrans" presStyleCnt="0"/>
      <dgm:spPr/>
    </dgm:pt>
    <dgm:pt modelId="{00AD6855-E2BB-4931-B125-131812D1F508}" type="pres">
      <dgm:prSet presAssocID="{93FD3A52-59A0-4C77-B60E-CA89D539A467}" presName="node" presStyleLbl="node1" presStyleIdx="13" presStyleCnt="18">
        <dgm:presLayoutVars>
          <dgm:bulletEnabled val="1"/>
        </dgm:presLayoutVars>
      </dgm:prSet>
      <dgm:spPr/>
    </dgm:pt>
    <dgm:pt modelId="{B469592E-7CCF-4FD0-9744-E55A1722999F}" type="pres">
      <dgm:prSet presAssocID="{3470BED8-6B2B-4850-94CB-8B8481C37F0C}" presName="sibTrans" presStyleCnt="0"/>
      <dgm:spPr/>
    </dgm:pt>
    <dgm:pt modelId="{19766414-2A1F-4805-A5B1-A2F2E76F8B2C}" type="pres">
      <dgm:prSet presAssocID="{83D841A4-2F1E-4266-8795-70E10F5724AE}" presName="node" presStyleLbl="node1" presStyleIdx="14" presStyleCnt="18">
        <dgm:presLayoutVars>
          <dgm:bulletEnabled val="1"/>
        </dgm:presLayoutVars>
      </dgm:prSet>
      <dgm:spPr/>
    </dgm:pt>
    <dgm:pt modelId="{67BB425D-2113-476D-823A-DF8F334E1C14}" type="pres">
      <dgm:prSet presAssocID="{5B409FFD-A07D-44DC-BCEA-C15E4210C80D}" presName="sibTrans" presStyleCnt="0"/>
      <dgm:spPr/>
    </dgm:pt>
    <dgm:pt modelId="{D674199F-B162-469A-B68D-F19F64D29815}" type="pres">
      <dgm:prSet presAssocID="{2A75B236-4B9E-4706-99C8-3E825458B8C4}" presName="node" presStyleLbl="node1" presStyleIdx="15" presStyleCnt="18">
        <dgm:presLayoutVars>
          <dgm:bulletEnabled val="1"/>
        </dgm:presLayoutVars>
      </dgm:prSet>
      <dgm:spPr/>
    </dgm:pt>
    <dgm:pt modelId="{246A500E-A36D-47C4-A50B-BB4055D560C5}" type="pres">
      <dgm:prSet presAssocID="{4C2033B5-9E8B-4CF7-B0DE-F8C1A62D803C}" presName="sibTrans" presStyleCnt="0"/>
      <dgm:spPr/>
    </dgm:pt>
    <dgm:pt modelId="{43036D53-52D7-4700-98E4-DDC5BC79DF08}" type="pres">
      <dgm:prSet presAssocID="{69196559-7AEC-456D-A623-870872A21600}" presName="node" presStyleLbl="node1" presStyleIdx="16" presStyleCnt="18">
        <dgm:presLayoutVars>
          <dgm:bulletEnabled val="1"/>
        </dgm:presLayoutVars>
      </dgm:prSet>
      <dgm:spPr/>
    </dgm:pt>
    <dgm:pt modelId="{C4BA9FEF-EBF5-4174-8AEB-96393239B664}" type="pres">
      <dgm:prSet presAssocID="{52DB9FC3-57A4-487E-BA9D-516578622C27}" presName="sibTrans" presStyleCnt="0"/>
      <dgm:spPr/>
    </dgm:pt>
    <dgm:pt modelId="{09675D79-7A7D-4621-9F2A-51E0B09A992C}" type="pres">
      <dgm:prSet presAssocID="{68406647-B536-4D9C-B646-DA8165F49A3A}" presName="node" presStyleLbl="node1" presStyleIdx="17" presStyleCnt="18">
        <dgm:presLayoutVars>
          <dgm:bulletEnabled val="1"/>
        </dgm:presLayoutVars>
      </dgm:prSet>
      <dgm:spPr/>
    </dgm:pt>
  </dgm:ptLst>
  <dgm:cxnLst>
    <dgm:cxn modelId="{C4F1F707-273C-4FB7-A9D2-77D66BAFB54F}" type="presOf" srcId="{A57709E4-185D-45BA-9A3F-0A0E1321ACEC}" destId="{C84AD09F-8D72-4E7B-A93C-946E1EDED8EF}" srcOrd="0" destOrd="0" presId="urn:microsoft.com/office/officeart/2005/8/layout/default"/>
    <dgm:cxn modelId="{2770420A-4061-4791-B1AB-C6D48164E371}" type="presOf" srcId="{E2B32A29-19EB-4A13-96FE-25C095047905}" destId="{373270BB-D041-4873-B700-76F0CC655DC3}" srcOrd="0" destOrd="0" presId="urn:microsoft.com/office/officeart/2005/8/layout/default"/>
    <dgm:cxn modelId="{ECDDCB0E-7F66-4B34-AD6A-6D749DB99305}" type="presOf" srcId="{68406647-B536-4D9C-B646-DA8165F49A3A}" destId="{09675D79-7A7D-4621-9F2A-51E0B09A992C}" srcOrd="0" destOrd="0" presId="urn:microsoft.com/office/officeart/2005/8/layout/default"/>
    <dgm:cxn modelId="{B9B47C15-EB9D-4BEA-8A82-49C86715D33C}" srcId="{E2B32A29-19EB-4A13-96FE-25C095047905}" destId="{83D841A4-2F1E-4266-8795-70E10F5724AE}" srcOrd="14" destOrd="0" parTransId="{8F2C4775-A44B-4811-B8F1-4231BB50331E}" sibTransId="{5B409FFD-A07D-44DC-BCEA-C15E4210C80D}"/>
    <dgm:cxn modelId="{79D5BC19-45AF-4838-A637-26961BEFEFF9}" type="presOf" srcId="{69196559-7AEC-456D-A623-870872A21600}" destId="{43036D53-52D7-4700-98E4-DDC5BC79DF08}" srcOrd="0" destOrd="0" presId="urn:microsoft.com/office/officeart/2005/8/layout/default"/>
    <dgm:cxn modelId="{B81A271B-EB1E-48EB-AE4E-FFC6970A4F42}" srcId="{E2B32A29-19EB-4A13-96FE-25C095047905}" destId="{E81A5D1E-CDEB-4637-B192-FEFD392E8427}" srcOrd="0" destOrd="0" parTransId="{638FB982-403F-4918-8616-58506BC01223}" sibTransId="{0FB50DB7-CEAA-46B6-938E-A642ECCA40DB}"/>
    <dgm:cxn modelId="{25899536-7F87-4AF3-B131-68FC5365831B}" srcId="{E2B32A29-19EB-4A13-96FE-25C095047905}" destId="{69196559-7AEC-456D-A623-870872A21600}" srcOrd="16" destOrd="0" parTransId="{DAFF4563-3526-4CF5-9F77-F9E711601098}" sibTransId="{52DB9FC3-57A4-487E-BA9D-516578622C27}"/>
    <dgm:cxn modelId="{51651738-EA4E-44D7-931C-AE0CF0D0D724}" srcId="{E2B32A29-19EB-4A13-96FE-25C095047905}" destId="{0A8E5FFB-6FCD-4DAD-BD10-BB590357C9DD}" srcOrd="2" destOrd="0" parTransId="{FD64C03E-49F5-413C-85AB-66C02287527D}" sibTransId="{8E60EE10-6210-49A5-8DB7-DDECED52AE2B}"/>
    <dgm:cxn modelId="{FE086C3C-8C14-48DD-8AA3-BF7916C33852}" type="presOf" srcId="{0A8E5FFB-6FCD-4DAD-BD10-BB590357C9DD}" destId="{B75753DC-0D97-411B-8648-3E390096AE4E}" srcOrd="0" destOrd="0" presId="urn:microsoft.com/office/officeart/2005/8/layout/default"/>
    <dgm:cxn modelId="{AEEEE13D-80C1-4083-AD03-403FE82F7A2F}" srcId="{E2B32A29-19EB-4A13-96FE-25C095047905}" destId="{9743472E-2A73-49A7-B54D-49EF05564787}" srcOrd="3" destOrd="0" parTransId="{63713571-9C1B-428D-9FB7-79FDACEB5FC0}" sibTransId="{A0D31B38-F3EC-4AB1-8039-DE58FE0208B6}"/>
    <dgm:cxn modelId="{58C6663E-1F5B-487A-8FCA-1A4AB09C4032}" srcId="{E2B32A29-19EB-4A13-96FE-25C095047905}" destId="{9F5472D6-E79C-44B8-AA41-8CE055FF7D04}" srcOrd="7" destOrd="0" parTransId="{C413DB74-C079-4930-B415-5BDEC13BFF90}" sibTransId="{1D63FA5D-6103-4FCE-8B5D-CB2FE0D57963}"/>
    <dgm:cxn modelId="{73066D48-83C0-4749-9B35-7CA29BA5EB09}" type="presOf" srcId="{2A75B236-4B9E-4706-99C8-3E825458B8C4}" destId="{D674199F-B162-469A-B68D-F19F64D29815}" srcOrd="0" destOrd="0" presId="urn:microsoft.com/office/officeart/2005/8/layout/default"/>
    <dgm:cxn modelId="{31E3316B-8C4D-41E7-8D60-E35521610D7A}" srcId="{E2B32A29-19EB-4A13-96FE-25C095047905}" destId="{812F4F50-B305-4268-9737-D1D943DCC927}" srcOrd="6" destOrd="0" parTransId="{17D198A0-4753-4682-AC0A-E74F03465D39}" sibTransId="{59AC4D63-60EE-4952-9ACA-FB64BA940780}"/>
    <dgm:cxn modelId="{9DA7936B-90CF-4E9F-966C-0E37A023A3C7}" srcId="{E2B32A29-19EB-4A13-96FE-25C095047905}" destId="{93FD3A52-59A0-4C77-B60E-CA89D539A467}" srcOrd="13" destOrd="0" parTransId="{9A6B065E-AF38-4477-9978-E167680E51CE}" sibTransId="{3470BED8-6B2B-4850-94CB-8B8481C37F0C}"/>
    <dgm:cxn modelId="{9B6D496C-67CD-488B-AA2B-1742D27DD687}" type="presOf" srcId="{292FECFB-D20E-4F85-BDB4-98450CA677FB}" destId="{FE5BDB22-5816-4DC9-94B8-DE6F74EC7E0B}" srcOrd="0" destOrd="0" presId="urn:microsoft.com/office/officeart/2005/8/layout/default"/>
    <dgm:cxn modelId="{1365146D-62E7-425D-A7CB-273665C64B35}" type="presOf" srcId="{4BE0115F-58D9-4333-95D6-26233CD4709F}" destId="{51C066A0-FBEB-4EB7-A779-1A5D8AB517FD}" srcOrd="0" destOrd="0" presId="urn:microsoft.com/office/officeart/2005/8/layout/default"/>
    <dgm:cxn modelId="{176C8771-2114-4015-BA16-850C0AA3A26F}" srcId="{E2B32A29-19EB-4A13-96FE-25C095047905}" destId="{5E1174F9-BBBB-4995-8A5F-C77E495617F8}" srcOrd="1" destOrd="0" parTransId="{A7F3EDAD-B341-4B66-9967-00A71A758A3F}" sibTransId="{9F7CC9B1-E8E4-496E-9D10-BD128C5DEEFD}"/>
    <dgm:cxn modelId="{63680F7D-475A-4B73-B717-81AA69A6DE8B}" type="presOf" srcId="{5E1174F9-BBBB-4995-8A5F-C77E495617F8}" destId="{318A577E-83D5-4701-A1FC-1D0284F589DD}" srcOrd="0" destOrd="0" presId="urn:microsoft.com/office/officeart/2005/8/layout/default"/>
    <dgm:cxn modelId="{9F416D80-6004-4D96-8339-3A4F320C68F0}" type="presOf" srcId="{E81A5D1E-CDEB-4637-B192-FEFD392E8427}" destId="{5C659371-2CCF-49A1-8F20-6F6276985947}" srcOrd="0" destOrd="0" presId="urn:microsoft.com/office/officeart/2005/8/layout/default"/>
    <dgm:cxn modelId="{CD68C181-9C52-4730-83F0-87685B252BA8}" srcId="{E2B32A29-19EB-4A13-96FE-25C095047905}" destId="{68406647-B536-4D9C-B646-DA8165F49A3A}" srcOrd="17" destOrd="0" parTransId="{74D482DC-5D5F-4293-AD16-D1D972B8BF2E}" sibTransId="{CADCF126-8299-4792-B1F4-9AB93E947EB8}"/>
    <dgm:cxn modelId="{773DE782-DFC7-48D1-877D-55630C61261F}" srcId="{E2B32A29-19EB-4A13-96FE-25C095047905}" destId="{6577BF22-8464-4B43-A7AB-0B643938C1C0}" srcOrd="12" destOrd="0" parTransId="{9D5D2841-9096-4AFC-AD85-061F72F2F39A}" sibTransId="{8DDAEC2C-189F-4F58-BC24-FFC8E578B1EA}"/>
    <dgm:cxn modelId="{9DE07A84-AB3A-4B72-85B2-F9E474A147C6}" type="presOf" srcId="{6577BF22-8464-4B43-A7AB-0B643938C1C0}" destId="{E89B8BC5-74A7-469C-A7C6-C6B85A748A5B}" srcOrd="0" destOrd="0" presId="urn:microsoft.com/office/officeart/2005/8/layout/default"/>
    <dgm:cxn modelId="{B824358E-97F4-4403-A3A7-DA40E1466E08}" srcId="{E2B32A29-19EB-4A13-96FE-25C095047905}" destId="{AEA21147-7172-4424-8E39-3F101094D8C1}" srcOrd="4" destOrd="0" parTransId="{EE63027B-DD5B-40AD-9B0E-4239D15B0B00}" sibTransId="{231F1C89-1DE7-41E1-9800-B2352E3C077F}"/>
    <dgm:cxn modelId="{7E8B378F-E222-4CE5-8238-E7F288C77FE1}" type="presOf" srcId="{83D841A4-2F1E-4266-8795-70E10F5724AE}" destId="{19766414-2A1F-4805-A5B1-A2F2E76F8B2C}" srcOrd="0" destOrd="0" presId="urn:microsoft.com/office/officeart/2005/8/layout/default"/>
    <dgm:cxn modelId="{CD7614AC-AEF6-47A8-9FDF-5A86F27A14DC}" type="presOf" srcId="{BDC7014A-85C3-4239-9463-060BC4DC596D}" destId="{A765E32D-581F-4723-A113-36AA0A4C4529}" srcOrd="0" destOrd="0" presId="urn:microsoft.com/office/officeart/2005/8/layout/default"/>
    <dgm:cxn modelId="{50FB7DB4-8F3C-4DBB-B89F-8D84289BB4F9}" type="presOf" srcId="{93FD3A52-59A0-4C77-B60E-CA89D539A467}" destId="{00AD6855-E2BB-4931-B125-131812D1F508}" srcOrd="0" destOrd="0" presId="urn:microsoft.com/office/officeart/2005/8/layout/default"/>
    <dgm:cxn modelId="{C4EC17BD-7DD7-46DA-B068-8D0D21863DD7}" srcId="{E2B32A29-19EB-4A13-96FE-25C095047905}" destId="{B9E2EC0E-98CA-450B-ADD3-3382F228C067}" srcOrd="10" destOrd="0" parTransId="{23AC3DF6-7BF6-4616-B8B5-9B5D786FECB5}" sibTransId="{9D9A8D7C-14F9-4DE0-9C91-AD11DCE8CFBD}"/>
    <dgm:cxn modelId="{63F270C6-4951-44B8-853B-F4F9209EA57A}" type="presOf" srcId="{B9E2EC0E-98CA-450B-ADD3-3382F228C067}" destId="{BBB2BC80-E408-44C3-98D6-E9490E7C67EF}" srcOrd="0" destOrd="0" presId="urn:microsoft.com/office/officeart/2005/8/layout/default"/>
    <dgm:cxn modelId="{C484CEC6-2038-461D-BD78-7F924D9D0821}" srcId="{E2B32A29-19EB-4A13-96FE-25C095047905}" destId="{A57709E4-185D-45BA-9A3F-0A0E1321ACEC}" srcOrd="9" destOrd="0" parTransId="{B28AAE23-C781-4538-B223-722358303F37}" sibTransId="{49B87881-C921-4457-BA02-1407D79BF28A}"/>
    <dgm:cxn modelId="{8A24FCC6-966E-4A16-9E21-64762831BAD1}" srcId="{E2B32A29-19EB-4A13-96FE-25C095047905}" destId="{BDC7014A-85C3-4239-9463-060BC4DC596D}" srcOrd="5" destOrd="0" parTransId="{DA693C40-F116-4BD8-8005-18C7084A221A}" sibTransId="{F3BDB07C-69EE-4A42-8D3A-400A034CBF49}"/>
    <dgm:cxn modelId="{C12C17D1-8EDA-4811-BC17-443D3ACEEC21}" srcId="{E2B32A29-19EB-4A13-96FE-25C095047905}" destId="{4BE0115F-58D9-4333-95D6-26233CD4709F}" srcOrd="8" destOrd="0" parTransId="{E0C0A42F-D23F-4C6F-994C-F7110B7074B5}" sibTransId="{DD1299FF-7B4B-48C9-BD0A-6E180DBAAD73}"/>
    <dgm:cxn modelId="{3F32BBD1-2A95-4EAD-A065-9EB85A1C9C73}" srcId="{E2B32A29-19EB-4A13-96FE-25C095047905}" destId="{2A75B236-4B9E-4706-99C8-3E825458B8C4}" srcOrd="15" destOrd="0" parTransId="{803B7ADA-85F9-4ECB-A499-D8CE5345B8FC}" sibTransId="{4C2033B5-9E8B-4CF7-B0DE-F8C1A62D803C}"/>
    <dgm:cxn modelId="{28E2FEDB-3C83-4A0E-B0FA-AEB7A73D78E2}" type="presOf" srcId="{AEA21147-7172-4424-8E39-3F101094D8C1}" destId="{2657C632-1967-4B30-B6E1-19BB98002CEA}" srcOrd="0" destOrd="0" presId="urn:microsoft.com/office/officeart/2005/8/layout/default"/>
    <dgm:cxn modelId="{AEECD7DC-03E4-46E8-9063-A3DA0D2B8806}" srcId="{E2B32A29-19EB-4A13-96FE-25C095047905}" destId="{292FECFB-D20E-4F85-BDB4-98450CA677FB}" srcOrd="11" destOrd="0" parTransId="{43E5C9E8-7124-49B9-8D53-811F697C9D99}" sibTransId="{ECDB5BD8-006E-47E7-8842-506411865E50}"/>
    <dgm:cxn modelId="{657E74F5-FCAC-4D25-8E73-46DCE2D0B123}" type="presOf" srcId="{9743472E-2A73-49A7-B54D-49EF05564787}" destId="{BCD1E873-3E0D-4158-8147-212E1C136A82}" srcOrd="0" destOrd="0" presId="urn:microsoft.com/office/officeart/2005/8/layout/default"/>
    <dgm:cxn modelId="{C61699F5-231B-403B-BF1A-44F741E2D296}" type="presOf" srcId="{9F5472D6-E79C-44B8-AA41-8CE055FF7D04}" destId="{84879646-B915-4B65-86A9-A24B42FDAC6B}" srcOrd="0" destOrd="0" presId="urn:microsoft.com/office/officeart/2005/8/layout/default"/>
    <dgm:cxn modelId="{061500FA-47AD-4A6E-AE61-33884DA426CD}" type="presOf" srcId="{812F4F50-B305-4268-9737-D1D943DCC927}" destId="{354327B9-10D6-4483-ADD1-72778DE9B610}" srcOrd="0" destOrd="0" presId="urn:microsoft.com/office/officeart/2005/8/layout/default"/>
    <dgm:cxn modelId="{3252A17C-888A-48E3-AAB6-6DDEFE3C0FAA}" type="presParOf" srcId="{373270BB-D041-4873-B700-76F0CC655DC3}" destId="{5C659371-2CCF-49A1-8F20-6F6276985947}" srcOrd="0" destOrd="0" presId="urn:microsoft.com/office/officeart/2005/8/layout/default"/>
    <dgm:cxn modelId="{9556FE63-8606-45DB-9BFB-793FAE501436}" type="presParOf" srcId="{373270BB-D041-4873-B700-76F0CC655DC3}" destId="{E1E809C6-1085-447B-B31B-A80CA0F990DD}" srcOrd="1" destOrd="0" presId="urn:microsoft.com/office/officeart/2005/8/layout/default"/>
    <dgm:cxn modelId="{AF366F6F-7BE4-4D56-A1F8-C97F777513D6}" type="presParOf" srcId="{373270BB-D041-4873-B700-76F0CC655DC3}" destId="{318A577E-83D5-4701-A1FC-1D0284F589DD}" srcOrd="2" destOrd="0" presId="urn:microsoft.com/office/officeart/2005/8/layout/default"/>
    <dgm:cxn modelId="{D437A5E1-C813-4786-8A7D-ADB4BD63342B}" type="presParOf" srcId="{373270BB-D041-4873-B700-76F0CC655DC3}" destId="{8445EC6F-1DE4-44D3-9B6B-1C29E8DF2D09}" srcOrd="3" destOrd="0" presId="urn:microsoft.com/office/officeart/2005/8/layout/default"/>
    <dgm:cxn modelId="{7BE1FB1D-E651-4F5D-A695-7F54B9C6A702}" type="presParOf" srcId="{373270BB-D041-4873-B700-76F0CC655DC3}" destId="{B75753DC-0D97-411B-8648-3E390096AE4E}" srcOrd="4" destOrd="0" presId="urn:microsoft.com/office/officeart/2005/8/layout/default"/>
    <dgm:cxn modelId="{658A7BDC-C728-4DF5-A309-A08BFA0D4CA5}" type="presParOf" srcId="{373270BB-D041-4873-B700-76F0CC655DC3}" destId="{80C18F8B-2625-4888-81A2-08E17A899FDE}" srcOrd="5" destOrd="0" presId="urn:microsoft.com/office/officeart/2005/8/layout/default"/>
    <dgm:cxn modelId="{941208BB-75DC-4456-8F51-41A1518B585F}" type="presParOf" srcId="{373270BB-D041-4873-B700-76F0CC655DC3}" destId="{BCD1E873-3E0D-4158-8147-212E1C136A82}" srcOrd="6" destOrd="0" presId="urn:microsoft.com/office/officeart/2005/8/layout/default"/>
    <dgm:cxn modelId="{3EA6970E-F6BA-4A71-BACF-60225A39B2CB}" type="presParOf" srcId="{373270BB-D041-4873-B700-76F0CC655DC3}" destId="{8A3C72F3-8727-44D9-9ED7-5109BAA9B6AE}" srcOrd="7" destOrd="0" presId="urn:microsoft.com/office/officeart/2005/8/layout/default"/>
    <dgm:cxn modelId="{347A344B-2731-441F-8D2E-367268A4F6E3}" type="presParOf" srcId="{373270BB-D041-4873-B700-76F0CC655DC3}" destId="{2657C632-1967-4B30-B6E1-19BB98002CEA}" srcOrd="8" destOrd="0" presId="urn:microsoft.com/office/officeart/2005/8/layout/default"/>
    <dgm:cxn modelId="{EF817252-AE33-4845-BAE6-FE6C604ABC89}" type="presParOf" srcId="{373270BB-D041-4873-B700-76F0CC655DC3}" destId="{0637C992-4EC8-4DDC-9244-4CB626084FD3}" srcOrd="9" destOrd="0" presId="urn:microsoft.com/office/officeart/2005/8/layout/default"/>
    <dgm:cxn modelId="{F2F89A68-BF67-4064-AC00-D79E3FAE3B1E}" type="presParOf" srcId="{373270BB-D041-4873-B700-76F0CC655DC3}" destId="{A765E32D-581F-4723-A113-36AA0A4C4529}" srcOrd="10" destOrd="0" presId="urn:microsoft.com/office/officeart/2005/8/layout/default"/>
    <dgm:cxn modelId="{0035AC7D-61CC-4F44-A3FD-3855EF4887A6}" type="presParOf" srcId="{373270BB-D041-4873-B700-76F0CC655DC3}" destId="{32593E77-13F2-44B9-A54F-91714F0B6E34}" srcOrd="11" destOrd="0" presId="urn:microsoft.com/office/officeart/2005/8/layout/default"/>
    <dgm:cxn modelId="{73FCB061-8C22-415F-A5AB-3C6942255481}" type="presParOf" srcId="{373270BB-D041-4873-B700-76F0CC655DC3}" destId="{354327B9-10D6-4483-ADD1-72778DE9B610}" srcOrd="12" destOrd="0" presId="urn:microsoft.com/office/officeart/2005/8/layout/default"/>
    <dgm:cxn modelId="{11B3C46D-BA25-4060-B635-67EECAF1F4BF}" type="presParOf" srcId="{373270BB-D041-4873-B700-76F0CC655DC3}" destId="{53EB592D-E408-4B19-8FDD-2216947B7E23}" srcOrd="13" destOrd="0" presId="urn:microsoft.com/office/officeart/2005/8/layout/default"/>
    <dgm:cxn modelId="{0EC3011D-E106-4061-9536-8E60C3E00600}" type="presParOf" srcId="{373270BB-D041-4873-B700-76F0CC655DC3}" destId="{84879646-B915-4B65-86A9-A24B42FDAC6B}" srcOrd="14" destOrd="0" presId="urn:microsoft.com/office/officeart/2005/8/layout/default"/>
    <dgm:cxn modelId="{D52E74B5-A32B-4464-A090-C712BDB2BFE1}" type="presParOf" srcId="{373270BB-D041-4873-B700-76F0CC655DC3}" destId="{E2BEE05F-F39E-4687-BE95-E803E6C4A787}" srcOrd="15" destOrd="0" presId="urn:microsoft.com/office/officeart/2005/8/layout/default"/>
    <dgm:cxn modelId="{55CEC700-D774-4F80-818D-F2AB85EF1C9C}" type="presParOf" srcId="{373270BB-D041-4873-B700-76F0CC655DC3}" destId="{51C066A0-FBEB-4EB7-A779-1A5D8AB517FD}" srcOrd="16" destOrd="0" presId="urn:microsoft.com/office/officeart/2005/8/layout/default"/>
    <dgm:cxn modelId="{60DA2380-2169-42C5-BB35-9745D08593A2}" type="presParOf" srcId="{373270BB-D041-4873-B700-76F0CC655DC3}" destId="{5EA13BC6-8C1C-47B1-9053-D26DA785A72E}" srcOrd="17" destOrd="0" presId="urn:microsoft.com/office/officeart/2005/8/layout/default"/>
    <dgm:cxn modelId="{4E9D22F0-9A50-4810-90F5-F9023C5C56D3}" type="presParOf" srcId="{373270BB-D041-4873-B700-76F0CC655DC3}" destId="{C84AD09F-8D72-4E7B-A93C-946E1EDED8EF}" srcOrd="18" destOrd="0" presId="urn:microsoft.com/office/officeart/2005/8/layout/default"/>
    <dgm:cxn modelId="{32E74254-E6F8-4D76-A6C6-46F911BD88FD}" type="presParOf" srcId="{373270BB-D041-4873-B700-76F0CC655DC3}" destId="{BEA63C0A-5B35-4E35-9124-B5E3FC3F05AE}" srcOrd="19" destOrd="0" presId="urn:microsoft.com/office/officeart/2005/8/layout/default"/>
    <dgm:cxn modelId="{116FEEF4-CF9D-45C1-8055-0291F23D91AD}" type="presParOf" srcId="{373270BB-D041-4873-B700-76F0CC655DC3}" destId="{BBB2BC80-E408-44C3-98D6-E9490E7C67EF}" srcOrd="20" destOrd="0" presId="urn:microsoft.com/office/officeart/2005/8/layout/default"/>
    <dgm:cxn modelId="{A9D23A7F-6253-4157-81F2-FC40D5945078}" type="presParOf" srcId="{373270BB-D041-4873-B700-76F0CC655DC3}" destId="{C27C75CC-3123-43BE-AC93-C9F3C08E0158}" srcOrd="21" destOrd="0" presId="urn:microsoft.com/office/officeart/2005/8/layout/default"/>
    <dgm:cxn modelId="{2F9374F3-F446-4547-AC98-205864359CA6}" type="presParOf" srcId="{373270BB-D041-4873-B700-76F0CC655DC3}" destId="{FE5BDB22-5816-4DC9-94B8-DE6F74EC7E0B}" srcOrd="22" destOrd="0" presId="urn:microsoft.com/office/officeart/2005/8/layout/default"/>
    <dgm:cxn modelId="{3122FDE6-666D-469F-BA43-B13AFD44E835}" type="presParOf" srcId="{373270BB-D041-4873-B700-76F0CC655DC3}" destId="{75478249-072E-4CCC-B988-9DFB45C40B0C}" srcOrd="23" destOrd="0" presId="urn:microsoft.com/office/officeart/2005/8/layout/default"/>
    <dgm:cxn modelId="{3B6289CB-2210-4638-8E33-8B6E71C1BBC0}" type="presParOf" srcId="{373270BB-D041-4873-B700-76F0CC655DC3}" destId="{E89B8BC5-74A7-469C-A7C6-C6B85A748A5B}" srcOrd="24" destOrd="0" presId="urn:microsoft.com/office/officeart/2005/8/layout/default"/>
    <dgm:cxn modelId="{767E2F46-60EC-4622-83A8-752043C046A0}" type="presParOf" srcId="{373270BB-D041-4873-B700-76F0CC655DC3}" destId="{0D97ACC7-5E4F-44CC-972D-847EBEABF220}" srcOrd="25" destOrd="0" presId="urn:microsoft.com/office/officeart/2005/8/layout/default"/>
    <dgm:cxn modelId="{2FF1054C-1DD9-43C0-8857-6E4BEAFA42DE}" type="presParOf" srcId="{373270BB-D041-4873-B700-76F0CC655DC3}" destId="{00AD6855-E2BB-4931-B125-131812D1F508}" srcOrd="26" destOrd="0" presId="urn:microsoft.com/office/officeart/2005/8/layout/default"/>
    <dgm:cxn modelId="{D92C11E5-7F6B-44AD-844F-CB43F8BD5A4F}" type="presParOf" srcId="{373270BB-D041-4873-B700-76F0CC655DC3}" destId="{B469592E-7CCF-4FD0-9744-E55A1722999F}" srcOrd="27" destOrd="0" presId="urn:microsoft.com/office/officeart/2005/8/layout/default"/>
    <dgm:cxn modelId="{EE508F1A-85DE-4F87-A16A-C046F20E3A20}" type="presParOf" srcId="{373270BB-D041-4873-B700-76F0CC655DC3}" destId="{19766414-2A1F-4805-A5B1-A2F2E76F8B2C}" srcOrd="28" destOrd="0" presId="urn:microsoft.com/office/officeart/2005/8/layout/default"/>
    <dgm:cxn modelId="{3318D7C3-1505-4708-A296-F047D2204201}" type="presParOf" srcId="{373270BB-D041-4873-B700-76F0CC655DC3}" destId="{67BB425D-2113-476D-823A-DF8F334E1C14}" srcOrd="29" destOrd="0" presId="urn:microsoft.com/office/officeart/2005/8/layout/default"/>
    <dgm:cxn modelId="{7D40A022-1A83-4007-9C86-086B1191945F}" type="presParOf" srcId="{373270BB-D041-4873-B700-76F0CC655DC3}" destId="{D674199F-B162-469A-B68D-F19F64D29815}" srcOrd="30" destOrd="0" presId="urn:microsoft.com/office/officeart/2005/8/layout/default"/>
    <dgm:cxn modelId="{03034FD0-5C29-47F1-ADBC-5197C307B731}" type="presParOf" srcId="{373270BB-D041-4873-B700-76F0CC655DC3}" destId="{246A500E-A36D-47C4-A50B-BB4055D560C5}" srcOrd="31" destOrd="0" presId="urn:microsoft.com/office/officeart/2005/8/layout/default"/>
    <dgm:cxn modelId="{B8D68241-CF97-46AC-BE86-7706E84862DD}" type="presParOf" srcId="{373270BB-D041-4873-B700-76F0CC655DC3}" destId="{43036D53-52D7-4700-98E4-DDC5BC79DF08}" srcOrd="32" destOrd="0" presId="urn:microsoft.com/office/officeart/2005/8/layout/default"/>
    <dgm:cxn modelId="{7F9B68F4-E3D3-4351-8F6E-DEAD518901D4}" type="presParOf" srcId="{373270BB-D041-4873-B700-76F0CC655DC3}" destId="{C4BA9FEF-EBF5-4174-8AEB-96393239B664}" srcOrd="33" destOrd="0" presId="urn:microsoft.com/office/officeart/2005/8/layout/default"/>
    <dgm:cxn modelId="{A1E04DFA-5BB2-40AA-9700-A08D927F008E}" type="presParOf" srcId="{373270BB-D041-4873-B700-76F0CC655DC3}" destId="{09675D79-7A7D-4621-9F2A-51E0B09A992C}" srcOrd="3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59371-2CCF-49A1-8F20-6F6276985947}">
      <dsp:nvSpPr>
        <dsp:cNvPr id="0" name=""/>
        <dsp:cNvSpPr/>
      </dsp:nvSpPr>
      <dsp:spPr>
        <a:xfrm>
          <a:off x="3594" y="343391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 dirty="0"/>
            <a:t>Resolução Técnica (Baseada no maior: Matriz 1900)</a:t>
          </a:r>
          <a:endParaRPr lang="en-US" sz="1500" kern="1200" dirty="0"/>
        </a:p>
      </dsp:txBody>
      <dsp:txXfrm>
        <a:off x="3594" y="343391"/>
        <a:ext cx="1946002" cy="1167601"/>
      </dsp:txXfrm>
    </dsp:sp>
    <dsp:sp modelId="{318A577E-83D5-4701-A1FC-1D0284F589DD}">
      <dsp:nvSpPr>
        <dsp:cNvPr id="0" name=""/>
        <dsp:cNvSpPr/>
      </dsp:nvSpPr>
      <dsp:spPr>
        <a:xfrm>
          <a:off x="2144196" y="343391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379036"/>
                <a:satOff val="-1088"/>
                <a:lumOff val="-17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9036"/>
                <a:satOff val="-1088"/>
                <a:lumOff val="-17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9036"/>
                <a:satOff val="-1088"/>
                <a:lumOff val="-17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1. Identifique a quantidade de bits que serão emprestados:</a:t>
          </a:r>
          <a:endParaRPr lang="en-US" sz="1500" kern="1200"/>
        </a:p>
      </dsp:txBody>
      <dsp:txXfrm>
        <a:off x="2144196" y="343391"/>
        <a:ext cx="1946002" cy="1167601"/>
      </dsp:txXfrm>
    </dsp:sp>
    <dsp:sp modelId="{B75753DC-0D97-411B-8648-3E390096AE4E}">
      <dsp:nvSpPr>
        <dsp:cNvPr id="0" name=""/>
        <dsp:cNvSpPr/>
      </dsp:nvSpPr>
      <dsp:spPr>
        <a:xfrm>
          <a:off x="4284798" y="343391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758072"/>
                <a:satOff val="-2176"/>
                <a:lumOff val="-34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58072"/>
                <a:satOff val="-2176"/>
                <a:lumOff val="-34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58072"/>
                <a:satOff val="-2176"/>
                <a:lumOff val="-34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baseline="0"/>
            <a:t>Precisamos de 1900 IPs. A potência de 2 ideal é $2^{11} = 2048$.</a:t>
          </a:r>
          <a:endParaRPr lang="en-US" sz="1500" kern="1200"/>
        </a:p>
      </dsp:txBody>
      <dsp:txXfrm>
        <a:off x="4284798" y="343391"/>
        <a:ext cx="1946002" cy="1167601"/>
      </dsp:txXfrm>
    </dsp:sp>
    <dsp:sp modelId="{BCD1E873-3E0D-4158-8147-212E1C136A82}">
      <dsp:nvSpPr>
        <dsp:cNvPr id="0" name=""/>
        <dsp:cNvSpPr/>
      </dsp:nvSpPr>
      <dsp:spPr>
        <a:xfrm>
          <a:off x="6425401" y="343391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1137108"/>
                <a:satOff val="-3263"/>
                <a:lumOff val="-52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137108"/>
                <a:satOff val="-3263"/>
                <a:lumOff val="-52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137108"/>
                <a:satOff val="-3263"/>
                <a:lumOff val="-52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baseline="0"/>
            <a:t>Se usamos 11 bits para Host, sobram 21 para Rede ($32 - 11 = 21$).</a:t>
          </a:r>
          <a:endParaRPr lang="en-US" sz="1500" kern="1200"/>
        </a:p>
      </dsp:txBody>
      <dsp:txXfrm>
        <a:off x="6425401" y="343391"/>
        <a:ext cx="1946002" cy="1167601"/>
      </dsp:txXfrm>
    </dsp:sp>
    <dsp:sp modelId="{2657C632-1967-4B30-B6E1-19BB98002CEA}">
      <dsp:nvSpPr>
        <dsp:cNvPr id="0" name=""/>
        <dsp:cNvSpPr/>
      </dsp:nvSpPr>
      <dsp:spPr>
        <a:xfrm>
          <a:off x="8566003" y="343391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1516144"/>
                <a:satOff val="-4351"/>
                <a:lumOff val="-69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16144"/>
                <a:satOff val="-4351"/>
                <a:lumOff val="-69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16144"/>
                <a:satOff val="-4351"/>
                <a:lumOff val="-69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baseline="0"/>
            <a:t>Como a Classe B original é /16, emprestamos </a:t>
          </a:r>
          <a:r>
            <a:rPr lang="pt-BR" sz="1500" b="1" i="0" kern="1200" baseline="0"/>
            <a:t>5 bits</a:t>
          </a:r>
          <a:r>
            <a:rPr lang="pt-BR" sz="1500" b="0" i="0" kern="1200" baseline="0"/>
            <a:t> do terceiro octeto ($16 + 5 = 21$).</a:t>
          </a:r>
          <a:endParaRPr lang="en-US" sz="1500" kern="1200"/>
        </a:p>
      </dsp:txBody>
      <dsp:txXfrm>
        <a:off x="8566003" y="343391"/>
        <a:ext cx="1946002" cy="1167601"/>
      </dsp:txXfrm>
    </dsp:sp>
    <dsp:sp modelId="{A765E32D-581F-4723-A113-36AA0A4C4529}">
      <dsp:nvSpPr>
        <dsp:cNvPr id="0" name=""/>
        <dsp:cNvSpPr/>
      </dsp:nvSpPr>
      <dsp:spPr>
        <a:xfrm>
          <a:off x="3594" y="1705593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1895181"/>
                <a:satOff val="-5439"/>
                <a:lumOff val="-87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95181"/>
                <a:satOff val="-5439"/>
                <a:lumOff val="-87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95181"/>
                <a:satOff val="-5439"/>
                <a:lumOff val="-87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2. Identifique a quantidade de bits que irão sobrar (Hosts):</a:t>
          </a:r>
          <a:endParaRPr lang="en-US" sz="1500" kern="1200"/>
        </a:p>
      </dsp:txBody>
      <dsp:txXfrm>
        <a:off x="3594" y="1705593"/>
        <a:ext cx="1946002" cy="1167601"/>
      </dsp:txXfrm>
    </dsp:sp>
    <dsp:sp modelId="{354327B9-10D6-4483-ADD1-72778DE9B610}">
      <dsp:nvSpPr>
        <dsp:cNvPr id="0" name=""/>
        <dsp:cNvSpPr/>
      </dsp:nvSpPr>
      <dsp:spPr>
        <a:xfrm>
          <a:off x="2144196" y="1705593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2274217"/>
                <a:satOff val="-6527"/>
                <a:lumOff val="-104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274217"/>
                <a:satOff val="-6527"/>
                <a:lumOff val="-104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274217"/>
                <a:satOff val="-6527"/>
                <a:lumOff val="-104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baseline="0"/>
            <a:t>Sobram </a:t>
          </a:r>
          <a:r>
            <a:rPr lang="pt-BR" sz="1500" b="1" i="0" kern="1200" baseline="0"/>
            <a:t>11 bits</a:t>
          </a:r>
          <a:r>
            <a:rPr lang="pt-BR" sz="1500" b="0" i="0" kern="1200" baseline="0"/>
            <a:t> para endereçar as máquinas.</a:t>
          </a:r>
          <a:endParaRPr lang="en-US" sz="1500" kern="1200"/>
        </a:p>
      </dsp:txBody>
      <dsp:txXfrm>
        <a:off x="2144196" y="1705593"/>
        <a:ext cx="1946002" cy="1167601"/>
      </dsp:txXfrm>
    </dsp:sp>
    <dsp:sp modelId="{84879646-B915-4B65-86A9-A24B42FDAC6B}">
      <dsp:nvSpPr>
        <dsp:cNvPr id="0" name=""/>
        <dsp:cNvSpPr/>
      </dsp:nvSpPr>
      <dsp:spPr>
        <a:xfrm>
          <a:off x="4284798" y="1705593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2653253"/>
                <a:satOff val="-7615"/>
                <a:lumOff val="-121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653253"/>
                <a:satOff val="-7615"/>
                <a:lumOff val="-121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653253"/>
                <a:satOff val="-7615"/>
                <a:lumOff val="-121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3. Identifique a quantidade de Hosts disponíveis:</a:t>
          </a:r>
          <a:endParaRPr lang="en-US" sz="1500" kern="1200"/>
        </a:p>
      </dsp:txBody>
      <dsp:txXfrm>
        <a:off x="4284798" y="1705593"/>
        <a:ext cx="1946002" cy="1167601"/>
      </dsp:txXfrm>
    </dsp:sp>
    <dsp:sp modelId="{51C066A0-FBEB-4EB7-A779-1A5D8AB517FD}">
      <dsp:nvSpPr>
        <dsp:cNvPr id="0" name=""/>
        <dsp:cNvSpPr/>
      </dsp:nvSpPr>
      <dsp:spPr>
        <a:xfrm>
          <a:off x="6425401" y="1705593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3032289"/>
                <a:satOff val="-8703"/>
                <a:lumOff val="-139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032289"/>
                <a:satOff val="-8703"/>
                <a:lumOff val="-139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032289"/>
                <a:satOff val="-8703"/>
                <a:lumOff val="-139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baseline="0"/>
            <a:t>$2^{11} - 2 = \mathbf{2046}$ IPs utilizáveis por sub-rede.</a:t>
          </a:r>
          <a:endParaRPr lang="en-US" sz="1500" kern="1200"/>
        </a:p>
      </dsp:txBody>
      <dsp:txXfrm>
        <a:off x="6425401" y="1705593"/>
        <a:ext cx="1946002" cy="1167601"/>
      </dsp:txXfrm>
    </dsp:sp>
    <dsp:sp modelId="{C84AD09F-8D72-4E7B-A93C-946E1EDED8EF}">
      <dsp:nvSpPr>
        <dsp:cNvPr id="0" name=""/>
        <dsp:cNvSpPr/>
      </dsp:nvSpPr>
      <dsp:spPr>
        <a:xfrm>
          <a:off x="8566003" y="1705593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3411325"/>
                <a:satOff val="-9790"/>
                <a:lumOff val="-156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411325"/>
                <a:satOff val="-9790"/>
                <a:lumOff val="-156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411325"/>
                <a:satOff val="-9790"/>
                <a:lumOff val="-156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4. Identifique a quantidade de intervalos, variação e qtde de IPs:</a:t>
          </a:r>
          <a:endParaRPr lang="en-US" sz="1500" kern="1200"/>
        </a:p>
      </dsp:txBody>
      <dsp:txXfrm>
        <a:off x="8566003" y="1705593"/>
        <a:ext cx="1946002" cy="1167601"/>
      </dsp:txXfrm>
    </dsp:sp>
    <dsp:sp modelId="{BBB2BC80-E408-44C3-98D6-E9490E7C67EF}">
      <dsp:nvSpPr>
        <dsp:cNvPr id="0" name=""/>
        <dsp:cNvSpPr/>
      </dsp:nvSpPr>
      <dsp:spPr>
        <a:xfrm>
          <a:off x="3594" y="3067794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3790361"/>
                <a:satOff val="-10878"/>
                <a:lumOff val="-174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90361"/>
                <a:satOff val="-10878"/>
                <a:lumOff val="-174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90361"/>
                <a:satOff val="-10878"/>
                <a:lumOff val="-174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Intervalos:</a:t>
          </a:r>
          <a:r>
            <a:rPr lang="pt-BR" sz="1500" b="0" i="0" kern="1200" baseline="0"/>
            <a:t> $2^5$ (bits emprestados) = </a:t>
          </a:r>
          <a:r>
            <a:rPr lang="pt-BR" sz="1500" b="1" i="0" kern="1200" baseline="0"/>
            <a:t>32 sub-redes</a:t>
          </a:r>
          <a:r>
            <a:rPr lang="pt-BR" sz="1500" b="0" i="0" kern="1200" baseline="0"/>
            <a:t>.</a:t>
          </a:r>
          <a:endParaRPr lang="en-US" sz="1500" kern="1200"/>
        </a:p>
      </dsp:txBody>
      <dsp:txXfrm>
        <a:off x="3594" y="3067794"/>
        <a:ext cx="1946002" cy="1167601"/>
      </dsp:txXfrm>
    </dsp:sp>
    <dsp:sp modelId="{FE5BDB22-5816-4DC9-94B8-DE6F74EC7E0B}">
      <dsp:nvSpPr>
        <dsp:cNvPr id="0" name=""/>
        <dsp:cNvSpPr/>
      </dsp:nvSpPr>
      <dsp:spPr>
        <a:xfrm>
          <a:off x="2144196" y="3067794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4169397"/>
                <a:satOff val="-11966"/>
                <a:lumOff val="-191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169397"/>
                <a:satOff val="-11966"/>
                <a:lumOff val="-191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169397"/>
                <a:satOff val="-11966"/>
                <a:lumOff val="-191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Variação (Salto):</a:t>
          </a:r>
          <a:r>
            <a:rPr lang="pt-BR" sz="1500" b="0" i="0" kern="1200" baseline="0"/>
            <a:t> O último bit de rede ligado no 3º octeto vale </a:t>
          </a:r>
          <a:r>
            <a:rPr lang="pt-BR" sz="1500" b="1" i="0" kern="1200" baseline="0"/>
            <a:t>8</a:t>
          </a:r>
          <a:r>
            <a:rPr lang="pt-BR" sz="1500" b="0" i="0" kern="1200" baseline="0"/>
            <a:t>. Logo, o salto é de </a:t>
          </a:r>
          <a:r>
            <a:rPr lang="pt-BR" sz="1500" b="1" i="0" kern="1200" baseline="0"/>
            <a:t>8 em 8</a:t>
          </a:r>
          <a:r>
            <a:rPr lang="pt-BR" sz="1500" b="0" i="0" kern="1200" baseline="0"/>
            <a:t>.</a:t>
          </a:r>
          <a:endParaRPr lang="en-US" sz="1500" kern="1200"/>
        </a:p>
      </dsp:txBody>
      <dsp:txXfrm>
        <a:off x="2144196" y="3067794"/>
        <a:ext cx="1946002" cy="1167601"/>
      </dsp:txXfrm>
    </dsp:sp>
    <dsp:sp modelId="{E89B8BC5-74A7-469C-A7C6-C6B85A748A5B}">
      <dsp:nvSpPr>
        <dsp:cNvPr id="0" name=""/>
        <dsp:cNvSpPr/>
      </dsp:nvSpPr>
      <dsp:spPr>
        <a:xfrm>
          <a:off x="4284798" y="3067794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4548433"/>
                <a:satOff val="-13054"/>
                <a:lumOff val="-2090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548433"/>
                <a:satOff val="-13054"/>
                <a:lumOff val="-2090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548433"/>
                <a:satOff val="-13054"/>
                <a:lumOff val="-2090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Qtde de IPs totais:</a:t>
          </a:r>
          <a:r>
            <a:rPr lang="pt-BR" sz="1500" b="0" i="0" kern="1200" baseline="0"/>
            <a:t> 2048 por intervalo.</a:t>
          </a:r>
          <a:endParaRPr lang="en-US" sz="1500" kern="1200"/>
        </a:p>
      </dsp:txBody>
      <dsp:txXfrm>
        <a:off x="4284798" y="3067794"/>
        <a:ext cx="1946002" cy="1167601"/>
      </dsp:txXfrm>
    </dsp:sp>
    <dsp:sp modelId="{00AD6855-E2BB-4931-B125-131812D1F508}">
      <dsp:nvSpPr>
        <dsp:cNvPr id="0" name=""/>
        <dsp:cNvSpPr/>
      </dsp:nvSpPr>
      <dsp:spPr>
        <a:xfrm>
          <a:off x="6425401" y="3067794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4927469"/>
                <a:satOff val="-14142"/>
                <a:lumOff val="-226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927469"/>
                <a:satOff val="-14142"/>
                <a:lumOff val="-226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927469"/>
                <a:satOff val="-14142"/>
                <a:lumOff val="-226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5. Identifique a máscara de sub-rede:</a:t>
          </a:r>
          <a:endParaRPr lang="en-US" sz="1500" kern="1200"/>
        </a:p>
      </dsp:txBody>
      <dsp:txXfrm>
        <a:off x="6425401" y="3067794"/>
        <a:ext cx="1946002" cy="1167601"/>
      </dsp:txXfrm>
    </dsp:sp>
    <dsp:sp modelId="{19766414-2A1F-4805-A5B1-A2F2E76F8B2C}">
      <dsp:nvSpPr>
        <dsp:cNvPr id="0" name=""/>
        <dsp:cNvSpPr/>
      </dsp:nvSpPr>
      <dsp:spPr>
        <a:xfrm>
          <a:off x="8566003" y="3067794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5306505"/>
                <a:satOff val="-15230"/>
                <a:lumOff val="-243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06505"/>
                <a:satOff val="-15230"/>
                <a:lumOff val="-243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06505"/>
                <a:satOff val="-15230"/>
                <a:lumOff val="-243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baseline="0"/>
            <a:t>Somando os 5 bits no 3º octeto: $128+64+32+16+8 = \mathbf{248}$.</a:t>
          </a:r>
          <a:endParaRPr lang="en-US" sz="1500" kern="1200"/>
        </a:p>
      </dsp:txBody>
      <dsp:txXfrm>
        <a:off x="8566003" y="3067794"/>
        <a:ext cx="1946002" cy="1167601"/>
      </dsp:txXfrm>
    </dsp:sp>
    <dsp:sp modelId="{D674199F-B162-469A-B68D-F19F64D29815}">
      <dsp:nvSpPr>
        <dsp:cNvPr id="0" name=""/>
        <dsp:cNvSpPr/>
      </dsp:nvSpPr>
      <dsp:spPr>
        <a:xfrm>
          <a:off x="2144196" y="4429996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5685542"/>
                <a:satOff val="-16317"/>
                <a:lumOff val="-261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85542"/>
                <a:satOff val="-16317"/>
                <a:lumOff val="-261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85542"/>
                <a:satOff val="-16317"/>
                <a:lumOff val="-261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baseline="0"/>
            <a:t>Máscara: 255.255.248.0.</a:t>
          </a:r>
          <a:endParaRPr lang="en-US" sz="1500" kern="1200"/>
        </a:p>
      </dsp:txBody>
      <dsp:txXfrm>
        <a:off x="2144196" y="4429996"/>
        <a:ext cx="1946002" cy="1167601"/>
      </dsp:txXfrm>
    </dsp:sp>
    <dsp:sp modelId="{43036D53-52D7-4700-98E4-DDC5BC79DF08}">
      <dsp:nvSpPr>
        <dsp:cNvPr id="0" name=""/>
        <dsp:cNvSpPr/>
      </dsp:nvSpPr>
      <dsp:spPr>
        <a:xfrm>
          <a:off x="4284798" y="4429996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6064578"/>
                <a:satOff val="-17405"/>
                <a:lumOff val="-278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064578"/>
                <a:satOff val="-17405"/>
                <a:lumOff val="-278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064578"/>
                <a:satOff val="-17405"/>
                <a:lumOff val="-278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6. Identifique a representação em barra:</a:t>
          </a:r>
          <a:endParaRPr lang="en-US" sz="1500" kern="1200"/>
        </a:p>
      </dsp:txBody>
      <dsp:txXfrm>
        <a:off x="4284798" y="4429996"/>
        <a:ext cx="1946002" cy="1167601"/>
      </dsp:txXfrm>
    </dsp:sp>
    <dsp:sp modelId="{09675D79-7A7D-4621-9F2A-51E0B09A992C}">
      <dsp:nvSpPr>
        <dsp:cNvPr id="0" name=""/>
        <dsp:cNvSpPr/>
      </dsp:nvSpPr>
      <dsp:spPr>
        <a:xfrm>
          <a:off x="6425401" y="4429996"/>
          <a:ext cx="1946002" cy="1167601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0" kern="1200" baseline="0"/>
            <a:t>/21</a:t>
          </a:r>
          <a:r>
            <a:rPr lang="pt-BR" sz="1500" b="0" i="0" kern="1200" baseline="0"/>
            <a:t>.</a:t>
          </a:r>
          <a:endParaRPr lang="en-US" sz="1500" kern="1200"/>
        </a:p>
      </dsp:txBody>
      <dsp:txXfrm>
        <a:off x="6425401" y="4429996"/>
        <a:ext cx="1946002" cy="11676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93720-3091-4D44-FDA9-10794E780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0C9E4-DEE2-C13F-AA8F-937E40BEF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1CD804-65E6-0E5B-7681-31992755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1C8ABF-081D-BE67-A9C7-9CE5D735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18F94-5406-2243-7645-3880D567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636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262B3-D28C-618D-5301-31E17309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FD1A74-DF0C-3492-E404-EF279FE7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C4741A-54DF-B0B8-C4CF-0B2AEB81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829687-2F31-26D5-FFC9-FCDBD385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425CD-B62C-660D-C444-2DD01A04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06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1CD2A-A122-EF68-B456-B33552D2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CBA24B-9E15-B6A1-EC0A-B67B860E3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51DBBC-8E0A-F0FF-ECE9-F8987A0E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9DABAD-4F65-8C8E-D829-95DAFA2B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EED80F-515E-104E-DED8-7176C714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24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61A4B-23B2-1966-6B48-3CDCAFF3A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07A353-7958-2F64-6E93-D63A53E66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3C50B9-A4D2-0740-B560-A4C45F328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3101C1-2998-5168-82BF-9B378127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026A85-63A2-0215-9FC1-31A11D4C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788220-331A-9969-D48A-46AC8360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56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CAD9B-B11B-452C-EC89-3C7DA376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2A737F-B1D9-0DF7-9192-C21511C48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3DD18A-A741-E3F8-C155-F1611B7F2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85F9D9-0427-8D77-2AF7-451D68D07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801FC4-9576-67DC-B4A1-759DB3968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23931F-3307-0BC8-1F08-28435542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3455FE9-1BEF-6BC4-35FC-54973D1B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4652E12-4BC0-91C2-4985-4A4F9A79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84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C2D9C-AF65-3507-73E3-5D362822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FB51CE-9318-44F8-24A7-F4331BB8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2C4422-024B-2CD4-2D91-8FEBB78A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FA61D9-8962-261B-378A-621EEEC5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48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969259-F868-7631-E2E9-D6CFF5E9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097989-7CFC-A6D5-4879-480801EE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20EFFB-DC63-66A4-0A8D-F81B2C9C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66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2986F-F286-AA0E-8CA9-C0CEB9BEA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FE2FF2-DBF9-022E-EE76-60410A238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070C10-6D27-73D5-0B47-A5391BDFD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EA84F2-82C2-5AA7-0F5D-ADFFF7F4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AB5078-D9BE-003C-727C-1DCD06848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C52327-13F8-6D7F-9AB6-EAFBB2F0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57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87CBC-FA1B-06A6-7C32-2867C4D4D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63F08A-CB2D-F7BA-2407-ED567FAAB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828547-FE59-D924-3AE3-CEFA04F2E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BC04EE-D925-7AF3-CECC-19BD8635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67EDC2-2229-8877-57DD-5349E5EE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A9DC6-374C-29E9-2E7E-6728125F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05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9117D-CA88-89AA-081E-2F782DE7E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15AB48-4EBD-BCA2-A7B6-7AD27AD75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0D68BA-D8F5-678C-7ABE-2A702A7F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A3A449-34BA-AB64-A0E8-6C7A4323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276C4E-964A-56A2-D69F-D102EF27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48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B39199-05F5-5595-2E7C-44FFCE881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B38AFF-C742-826C-B743-F1C161BC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A5CB0D-59AA-0F4E-2000-83516645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F1CF0D-57DE-745B-C254-FC7E7B24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5F8550-5D82-4681-ECEE-D535BDA9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34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839ECC-8FFF-FC53-56EF-CBF34E1C2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F417C9-C627-C720-60FA-9C3C6CB40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640FDC-65AF-7954-830C-1FEA762CE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74C77-0DA5-4614-A5BB-529B767C886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3FCE47-F325-1D88-C370-40CC9AE70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97E4D7-D292-98D5-9234-E48A164F5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3F916-0613-4FE7-B00F-FBB415A2B1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97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DECECE-BC77-1559-7071-D613C855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28"/>
          <a:stretch>
            <a:fillRect/>
          </a:stretch>
        </p:blipFill>
        <p:spPr>
          <a:xfrm>
            <a:off x="1156214" y="643467"/>
            <a:ext cx="987957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A4E1D9-6FC7-2C08-F916-76F08DC6C6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11" b="351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90322351-3633-122A-233C-0B877DE1BC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505323"/>
              </p:ext>
            </p:extLst>
          </p:nvPr>
        </p:nvGraphicFramePr>
        <p:xfrm>
          <a:off x="838200" y="235974"/>
          <a:ext cx="10515600" cy="5940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408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864E6549-FE97-4FC4-9D6B-F21DE7C4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1">
            <a:extLst>
              <a:ext uri="{FF2B5EF4-FFF2-40B4-BE49-F238E27FC236}">
                <a16:creationId xmlns:a16="http://schemas.microsoft.com/office/drawing/2014/main" id="{A043D173-C90F-458B-9AB2-3B29D2944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58EF7B-8D7F-442D-9F36-677B1C2FC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A17F4F-AB41-41A8-A14C-58163A36A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E85C0D4-62C1-8D1B-E103-D9699CEDC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4298"/>
          <a:stretch>
            <a:fillRect/>
          </a:stretch>
        </p:blipFill>
        <p:spPr>
          <a:xfrm>
            <a:off x="550863" y="549275"/>
            <a:ext cx="11090274" cy="575792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778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85C3E43-6593-85F4-EDDF-D2FD266C2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926311"/>
              </p:ext>
            </p:extLst>
          </p:nvPr>
        </p:nvGraphicFramePr>
        <p:xfrm>
          <a:off x="619432" y="757085"/>
          <a:ext cx="10785988" cy="52294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09616">
                  <a:extLst>
                    <a:ext uri="{9D8B030D-6E8A-4147-A177-3AD203B41FA5}">
                      <a16:colId xmlns:a16="http://schemas.microsoft.com/office/drawing/2014/main" val="1193199555"/>
                    </a:ext>
                  </a:extLst>
                </a:gridCol>
                <a:gridCol w="2284513">
                  <a:extLst>
                    <a:ext uri="{9D8B030D-6E8A-4147-A177-3AD203B41FA5}">
                      <a16:colId xmlns:a16="http://schemas.microsoft.com/office/drawing/2014/main" val="87785251"/>
                    </a:ext>
                  </a:extLst>
                </a:gridCol>
                <a:gridCol w="1986608">
                  <a:extLst>
                    <a:ext uri="{9D8B030D-6E8A-4147-A177-3AD203B41FA5}">
                      <a16:colId xmlns:a16="http://schemas.microsoft.com/office/drawing/2014/main" val="2736490631"/>
                    </a:ext>
                  </a:extLst>
                </a:gridCol>
                <a:gridCol w="2444439">
                  <a:extLst>
                    <a:ext uri="{9D8B030D-6E8A-4147-A177-3AD203B41FA5}">
                      <a16:colId xmlns:a16="http://schemas.microsoft.com/office/drawing/2014/main" val="3170533994"/>
                    </a:ext>
                  </a:extLst>
                </a:gridCol>
                <a:gridCol w="2660812">
                  <a:extLst>
                    <a:ext uri="{9D8B030D-6E8A-4147-A177-3AD203B41FA5}">
                      <a16:colId xmlns:a16="http://schemas.microsoft.com/office/drawing/2014/main" val="509743528"/>
                    </a:ext>
                  </a:extLst>
                </a:gridCol>
              </a:tblGrid>
              <a:tr h="13916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2400" b="1" cap="none" spc="0">
                          <a:solidFill>
                            <a:schemeClr val="tx1"/>
                          </a:solidFill>
                          <a:effectLst/>
                        </a:rPr>
                        <a:t>Rede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2400" b="1" cap="none" spc="0" dirty="0">
                          <a:solidFill>
                            <a:schemeClr val="tx1"/>
                          </a:solidFill>
                          <a:effectLst/>
                        </a:rPr>
                        <a:t>Início (Network)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2400" b="1" cap="none" spc="0">
                          <a:solidFill>
                            <a:schemeClr val="tx1"/>
                          </a:solidFill>
                          <a:effectLst/>
                        </a:rPr>
                        <a:t>1º Útil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2400" b="1" cap="none" spc="0">
                          <a:solidFill>
                            <a:schemeClr val="tx1"/>
                          </a:solidFill>
                          <a:effectLst/>
                        </a:rPr>
                        <a:t>Último Útil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2400" b="1" cap="none" spc="0">
                          <a:solidFill>
                            <a:schemeClr val="tx1"/>
                          </a:solidFill>
                          <a:effectLst/>
                        </a:rPr>
                        <a:t>Fim (Broadcast)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53170"/>
                  </a:ext>
                </a:extLst>
              </a:tr>
              <a:tr h="76756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t-BR" sz="1800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96148" marR="42923" marT="27471" marB="206032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172.16.0.0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172.16.0.1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172.16.7.254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172.16.7.255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642251"/>
                  </a:ext>
                </a:extLst>
              </a:tr>
              <a:tr h="76756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96148" marR="42923" marT="27471" marB="206032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172.16.8.0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172.16.8.1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172.16.15.254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172.16.15.255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50272"/>
                  </a:ext>
                </a:extLst>
              </a:tr>
              <a:tr h="76756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96148" marR="42923" marT="27471" marB="206032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172.16.16.0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172.16.16.1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172.16.23.254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172.16.23.255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83022"/>
                  </a:ext>
                </a:extLst>
              </a:tr>
              <a:tr h="76756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96148" marR="42923" marT="27471" marB="206032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172.16.24.0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172.16.24.1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172.16.31.254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172.16.31.255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069697"/>
                  </a:ext>
                </a:extLst>
              </a:tr>
              <a:tr h="767564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96148" marR="42923" marT="27471" marB="206032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172.16.32.0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172.16.32.1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>
                          <a:solidFill>
                            <a:schemeClr val="tx1"/>
                          </a:solidFill>
                          <a:effectLst/>
                        </a:rPr>
                        <a:t>172.16.39.254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800" cap="none" spc="0" dirty="0">
                          <a:solidFill>
                            <a:schemeClr val="tx1"/>
                          </a:solidFill>
                          <a:effectLst/>
                        </a:rPr>
                        <a:t>172.16.39.255</a:t>
                      </a:r>
                    </a:p>
                  </a:txBody>
                  <a:tcPr marL="96148" marR="42923" marT="27471" marB="20603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149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974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E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724EF9-F0DF-BF3E-EF54-D21C3F04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Resposta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8586AF1-10CA-1F30-A7B7-B6EA0FCC6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040" y="1108587"/>
            <a:ext cx="8324354" cy="464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58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268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Resposta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André Carminati</dc:creator>
  <cp:lastModifiedBy>Paulo André Carminati</cp:lastModifiedBy>
  <cp:revision>6</cp:revision>
  <dcterms:created xsi:type="dcterms:W3CDTF">2026-04-06T23:13:36Z</dcterms:created>
  <dcterms:modified xsi:type="dcterms:W3CDTF">2026-04-06T23:48:40Z</dcterms:modified>
</cp:coreProperties>
</file>